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1"/>
    <p:restoredTop sz="94694"/>
  </p:normalViewPr>
  <p:slideViewPr>
    <p:cSldViewPr snapToGrid="0">
      <p:cViewPr varScale="1">
        <p:scale>
          <a:sx n="121" d="100"/>
          <a:sy n="121" d="100"/>
        </p:scale>
        <p:origin x="81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ADF505-F8C6-4AF0-9C34-3D56A6611812}" type="doc">
      <dgm:prSet loTypeId="urn:microsoft.com/office/officeart/2016/7/layout/HexagonTimeline" loCatId="process" qsTypeId="urn:microsoft.com/office/officeart/2005/8/quickstyle/simple1" qsCatId="simple" csTypeId="urn:microsoft.com/office/officeart/2005/8/colors/colorful5" csCatId="colorful" phldr="1"/>
      <dgm:spPr/>
      <dgm:t>
        <a:bodyPr/>
        <a:lstStyle/>
        <a:p>
          <a:endParaRPr lang="en-US"/>
        </a:p>
      </dgm:t>
    </dgm:pt>
    <dgm:pt modelId="{1BF6C1FF-7EC3-4303-B0A1-34F0803ECF81}">
      <dgm:prSet/>
      <dgm:spPr/>
      <dgm:t>
        <a:bodyPr/>
        <a:lstStyle/>
        <a:p>
          <a:r>
            <a:rPr lang="en-US"/>
            <a:t>Feb. 2026</a:t>
          </a:r>
        </a:p>
      </dgm:t>
    </dgm:pt>
    <dgm:pt modelId="{60126388-82AB-46B6-A9AA-BD0AB1BC3B8D}" type="parTrans" cxnId="{F058959C-BB75-4990-B647-203BC4640E98}">
      <dgm:prSet/>
      <dgm:spPr/>
      <dgm:t>
        <a:bodyPr/>
        <a:lstStyle/>
        <a:p>
          <a:endParaRPr lang="en-US"/>
        </a:p>
      </dgm:t>
    </dgm:pt>
    <dgm:pt modelId="{17B098D9-DD3D-469D-A83B-130F2E0DDF27}" type="sibTrans" cxnId="{F058959C-BB75-4990-B647-203BC4640E98}">
      <dgm:prSet/>
      <dgm:spPr/>
      <dgm:t>
        <a:bodyPr/>
        <a:lstStyle/>
        <a:p>
          <a:endParaRPr lang="en-US"/>
        </a:p>
      </dgm:t>
    </dgm:pt>
    <dgm:pt modelId="{15DE38D7-9130-4C75-89E9-E97652365270}">
      <dgm:prSet/>
      <dgm:spPr/>
      <dgm:t>
        <a:bodyPr/>
        <a:lstStyle/>
        <a:p>
          <a:r>
            <a:rPr lang="en-US"/>
            <a:t>Camera bring‑up and first images captured on Raspberry Pi</a:t>
          </a:r>
        </a:p>
      </dgm:t>
    </dgm:pt>
    <dgm:pt modelId="{1BF9EB85-D851-4C3D-9E49-48A453A8B262}" type="parTrans" cxnId="{DADC0603-18AC-4FDE-9083-2EF9D4411395}">
      <dgm:prSet/>
      <dgm:spPr/>
      <dgm:t>
        <a:bodyPr/>
        <a:lstStyle/>
        <a:p>
          <a:endParaRPr lang="en-US"/>
        </a:p>
      </dgm:t>
    </dgm:pt>
    <dgm:pt modelId="{512CF269-586D-4FA9-978A-9379576E7B12}" type="sibTrans" cxnId="{DADC0603-18AC-4FDE-9083-2EF9D4411395}">
      <dgm:prSet/>
      <dgm:spPr/>
      <dgm:t>
        <a:bodyPr/>
        <a:lstStyle/>
        <a:p>
          <a:endParaRPr lang="en-US"/>
        </a:p>
      </dgm:t>
    </dgm:pt>
    <dgm:pt modelId="{AF8D4D29-6946-40A8-934B-0BB52EC87F38}">
      <dgm:prSet/>
      <dgm:spPr/>
      <dgm:t>
        <a:bodyPr/>
        <a:lstStyle/>
        <a:p>
          <a:r>
            <a:rPr lang="en-US"/>
            <a:t>Feb. 2026</a:t>
          </a:r>
        </a:p>
      </dgm:t>
    </dgm:pt>
    <dgm:pt modelId="{1905BD9B-BDF7-4CC8-932E-CA5704C88329}" type="parTrans" cxnId="{E561881E-92D7-4C40-BA9C-F21629ADB870}">
      <dgm:prSet/>
      <dgm:spPr/>
      <dgm:t>
        <a:bodyPr/>
        <a:lstStyle/>
        <a:p>
          <a:endParaRPr lang="en-US"/>
        </a:p>
      </dgm:t>
    </dgm:pt>
    <dgm:pt modelId="{AF5AC423-367F-4FA2-9522-F7FC9AAFF99E}" type="sibTrans" cxnId="{E561881E-92D7-4C40-BA9C-F21629ADB870}">
      <dgm:prSet/>
      <dgm:spPr/>
      <dgm:t>
        <a:bodyPr/>
        <a:lstStyle/>
        <a:p>
          <a:endParaRPr lang="en-US"/>
        </a:p>
      </dgm:t>
    </dgm:pt>
    <dgm:pt modelId="{F1229F41-E7D6-43CF-B56A-A6E14179E7B3}">
      <dgm:prSet/>
      <dgm:spPr/>
      <dgm:t>
        <a:bodyPr/>
        <a:lstStyle/>
        <a:p>
          <a:r>
            <a:rPr lang="en-US"/>
            <a:t>Camera module implemented with auto/manual exposure control</a:t>
          </a:r>
        </a:p>
      </dgm:t>
    </dgm:pt>
    <dgm:pt modelId="{D79D0712-DA56-40AE-9F7C-CB997EABD777}" type="parTrans" cxnId="{9CE4A1E1-F54C-44E6-B2A1-7954B9749E8A}">
      <dgm:prSet/>
      <dgm:spPr/>
      <dgm:t>
        <a:bodyPr/>
        <a:lstStyle/>
        <a:p>
          <a:endParaRPr lang="en-US"/>
        </a:p>
      </dgm:t>
    </dgm:pt>
    <dgm:pt modelId="{D99242DC-F9D2-4FF2-980F-7091879ACAC6}" type="sibTrans" cxnId="{9CE4A1E1-F54C-44E6-B2A1-7954B9749E8A}">
      <dgm:prSet/>
      <dgm:spPr/>
      <dgm:t>
        <a:bodyPr/>
        <a:lstStyle/>
        <a:p>
          <a:endParaRPr lang="en-US"/>
        </a:p>
      </dgm:t>
    </dgm:pt>
    <dgm:pt modelId="{311E1272-036E-473F-A716-2F2739BF9E90}">
      <dgm:prSet/>
      <dgm:spPr/>
      <dgm:t>
        <a:bodyPr/>
        <a:lstStyle/>
        <a:p>
          <a:r>
            <a:rPr lang="en-US"/>
            <a:t>Feb. 2026</a:t>
          </a:r>
        </a:p>
      </dgm:t>
    </dgm:pt>
    <dgm:pt modelId="{E5E1730D-F338-43CC-A0D9-5AB5285BC0A3}" type="parTrans" cxnId="{AB04D257-DE02-485F-996D-1BDB02333C6A}">
      <dgm:prSet/>
      <dgm:spPr/>
      <dgm:t>
        <a:bodyPr/>
        <a:lstStyle/>
        <a:p>
          <a:endParaRPr lang="en-US"/>
        </a:p>
      </dgm:t>
    </dgm:pt>
    <dgm:pt modelId="{2E241590-043C-47B3-A189-9346BC0D58AB}" type="sibTrans" cxnId="{AB04D257-DE02-485F-996D-1BDB02333C6A}">
      <dgm:prSet/>
      <dgm:spPr/>
      <dgm:t>
        <a:bodyPr/>
        <a:lstStyle/>
        <a:p>
          <a:endParaRPr lang="en-US"/>
        </a:p>
      </dgm:t>
    </dgm:pt>
    <dgm:pt modelId="{2CB902D6-C0E4-40CF-B1C6-4589500008EC}">
      <dgm:prSet/>
      <dgm:spPr/>
      <dgm:t>
        <a:bodyPr/>
        <a:lstStyle/>
        <a:p>
          <a:r>
            <a:rPr lang="en-US"/>
            <a:t>Motor driver and stepper motor tested for reliable stepping and homing</a:t>
          </a:r>
        </a:p>
      </dgm:t>
    </dgm:pt>
    <dgm:pt modelId="{963BADA7-74D6-46E9-BD49-3014AFFFF9CC}" type="parTrans" cxnId="{0447B10B-6DFC-470D-9ED3-D4B81588ABDB}">
      <dgm:prSet/>
      <dgm:spPr/>
      <dgm:t>
        <a:bodyPr/>
        <a:lstStyle/>
        <a:p>
          <a:endParaRPr lang="en-US"/>
        </a:p>
      </dgm:t>
    </dgm:pt>
    <dgm:pt modelId="{9F62027D-D50E-4BC0-A378-67DEF555E59F}" type="sibTrans" cxnId="{0447B10B-6DFC-470D-9ED3-D4B81588ABDB}">
      <dgm:prSet/>
      <dgm:spPr/>
      <dgm:t>
        <a:bodyPr/>
        <a:lstStyle/>
        <a:p>
          <a:endParaRPr lang="en-US"/>
        </a:p>
      </dgm:t>
    </dgm:pt>
    <dgm:pt modelId="{66CC96D4-D8D9-4AD7-8D65-04317A0369B4}">
      <dgm:prSet/>
      <dgm:spPr/>
      <dgm:t>
        <a:bodyPr/>
        <a:lstStyle/>
        <a:p>
          <a:r>
            <a:rPr lang="en-US"/>
            <a:t>Feb.–Mar. 2026</a:t>
          </a:r>
        </a:p>
      </dgm:t>
    </dgm:pt>
    <dgm:pt modelId="{5AA10A87-4D68-4947-AB04-20A6E00A6F76}" type="parTrans" cxnId="{EA5DD933-B294-4A09-813C-A8CCFE510BC3}">
      <dgm:prSet/>
      <dgm:spPr/>
      <dgm:t>
        <a:bodyPr/>
        <a:lstStyle/>
        <a:p>
          <a:endParaRPr lang="en-US"/>
        </a:p>
      </dgm:t>
    </dgm:pt>
    <dgm:pt modelId="{814F74D5-09C6-4A8A-9BFD-A84B27678BF0}" type="sibTrans" cxnId="{EA5DD933-B294-4A09-813C-A8CCFE510BC3}">
      <dgm:prSet/>
      <dgm:spPr/>
      <dgm:t>
        <a:bodyPr/>
        <a:lstStyle/>
        <a:p>
          <a:endParaRPr lang="en-US"/>
        </a:p>
      </dgm:t>
    </dgm:pt>
    <dgm:pt modelId="{AD474551-A315-42D9-8039-955963933A5A}">
      <dgm:prSet/>
      <dgm:spPr/>
      <dgm:t>
        <a:bodyPr/>
        <a:lstStyle/>
        <a:p>
          <a:r>
            <a:rPr lang="en-US"/>
            <a:t>Light sensor, display, and button inputs integrated into a single Python application</a:t>
          </a:r>
        </a:p>
      </dgm:t>
    </dgm:pt>
    <dgm:pt modelId="{81281373-FA84-4D8E-80BA-531AD62CB955}" type="parTrans" cxnId="{4E9E4138-B3B5-4997-BA77-56E31CC98614}">
      <dgm:prSet/>
      <dgm:spPr/>
      <dgm:t>
        <a:bodyPr/>
        <a:lstStyle/>
        <a:p>
          <a:endParaRPr lang="en-US"/>
        </a:p>
      </dgm:t>
    </dgm:pt>
    <dgm:pt modelId="{0E0EF4F6-156D-4CD8-8510-3060CA0E864D}" type="sibTrans" cxnId="{4E9E4138-B3B5-4997-BA77-56E31CC98614}">
      <dgm:prSet/>
      <dgm:spPr/>
      <dgm:t>
        <a:bodyPr/>
        <a:lstStyle/>
        <a:p>
          <a:endParaRPr lang="en-US"/>
        </a:p>
      </dgm:t>
    </dgm:pt>
    <dgm:pt modelId="{568DA1BF-F3E5-43E8-BCDB-7B2E3C12E552}">
      <dgm:prSet/>
      <dgm:spPr/>
      <dgm:t>
        <a:bodyPr/>
        <a:lstStyle/>
        <a:p>
          <a:r>
            <a:rPr lang="en-US"/>
            <a:t>Mar. 2026</a:t>
          </a:r>
        </a:p>
      </dgm:t>
    </dgm:pt>
    <dgm:pt modelId="{31395669-F0DE-4A21-8DF6-582F4CF1F3D0}" type="parTrans" cxnId="{A26A9F68-0370-4176-B069-C5037FF484CE}">
      <dgm:prSet/>
      <dgm:spPr/>
      <dgm:t>
        <a:bodyPr/>
        <a:lstStyle/>
        <a:p>
          <a:endParaRPr lang="en-US"/>
        </a:p>
      </dgm:t>
    </dgm:pt>
    <dgm:pt modelId="{5194EDC7-823E-497F-9687-934C0D8B0282}" type="sibTrans" cxnId="{A26A9F68-0370-4176-B069-C5037FF484CE}">
      <dgm:prSet/>
      <dgm:spPr/>
      <dgm:t>
        <a:bodyPr/>
        <a:lstStyle/>
        <a:p>
          <a:endParaRPr lang="en-US"/>
        </a:p>
      </dgm:t>
    </dgm:pt>
    <dgm:pt modelId="{AC7A2C59-0006-4FDC-92D5-22179068F2B4}">
      <dgm:prSet/>
      <dgm:spPr/>
      <dgm:t>
        <a:bodyPr/>
        <a:lstStyle/>
        <a:p>
          <a:r>
            <a:rPr lang="en-US"/>
            <a:t>Filter wheel control plus multi‑filter capture workflow implemented and validated</a:t>
          </a:r>
        </a:p>
      </dgm:t>
    </dgm:pt>
    <dgm:pt modelId="{88BAE2EE-4E9F-4FDF-A2B7-61F39D14D74C}" type="parTrans" cxnId="{8675410D-BDAA-40DC-9663-31C747EBA9A8}">
      <dgm:prSet/>
      <dgm:spPr/>
      <dgm:t>
        <a:bodyPr/>
        <a:lstStyle/>
        <a:p>
          <a:endParaRPr lang="en-US"/>
        </a:p>
      </dgm:t>
    </dgm:pt>
    <dgm:pt modelId="{094096A7-D11E-43D7-A43E-A3655E71F2C7}" type="sibTrans" cxnId="{8675410D-BDAA-40DC-9663-31C747EBA9A8}">
      <dgm:prSet/>
      <dgm:spPr/>
      <dgm:t>
        <a:bodyPr/>
        <a:lstStyle/>
        <a:p>
          <a:endParaRPr lang="en-US"/>
        </a:p>
      </dgm:t>
    </dgm:pt>
    <dgm:pt modelId="{52CA635C-C367-4EA7-96A1-BC11D0B625D0}">
      <dgm:prSet/>
      <dgm:spPr/>
      <dgm:t>
        <a:bodyPr/>
        <a:lstStyle/>
        <a:p>
          <a:r>
            <a:rPr lang="en-US"/>
            <a:t>May 2026</a:t>
          </a:r>
        </a:p>
      </dgm:t>
    </dgm:pt>
    <dgm:pt modelId="{B3F5FFCF-7BA1-433D-861C-BE794A053B21}" type="parTrans" cxnId="{087874D3-6ED7-4B5C-8A12-F63BE639C630}">
      <dgm:prSet/>
      <dgm:spPr/>
      <dgm:t>
        <a:bodyPr/>
        <a:lstStyle/>
        <a:p>
          <a:endParaRPr lang="en-US"/>
        </a:p>
      </dgm:t>
    </dgm:pt>
    <dgm:pt modelId="{A6A8BFCB-B511-493B-A90C-F83CEC0348C2}" type="sibTrans" cxnId="{087874D3-6ED7-4B5C-8A12-F63BE639C630}">
      <dgm:prSet/>
      <dgm:spPr/>
      <dgm:t>
        <a:bodyPr/>
        <a:lstStyle/>
        <a:p>
          <a:endParaRPr lang="en-US"/>
        </a:p>
      </dgm:t>
    </dgm:pt>
    <dgm:pt modelId="{FE89412A-F46F-4B69-AE28-EC06F5C0F20C}">
      <dgm:prSet/>
      <dgm:spPr/>
      <dgm:t>
        <a:bodyPr/>
        <a:lstStyle/>
        <a:p>
          <a:r>
            <a:rPr lang="en-US"/>
            <a:t>Full UI (menus, timers, capture modes) and image‑stacking features completed and demo‑ready</a:t>
          </a:r>
        </a:p>
      </dgm:t>
    </dgm:pt>
    <dgm:pt modelId="{B7DFA626-90F1-4F17-A1F0-151C7A7EF8B0}" type="parTrans" cxnId="{6ECE5D20-D6E1-4899-AD01-D1E73E364F32}">
      <dgm:prSet/>
      <dgm:spPr/>
      <dgm:t>
        <a:bodyPr/>
        <a:lstStyle/>
        <a:p>
          <a:endParaRPr lang="en-US"/>
        </a:p>
      </dgm:t>
    </dgm:pt>
    <dgm:pt modelId="{C15FAE08-3391-461B-A917-0CF65186FF4B}" type="sibTrans" cxnId="{6ECE5D20-D6E1-4899-AD01-D1E73E364F32}">
      <dgm:prSet/>
      <dgm:spPr/>
      <dgm:t>
        <a:bodyPr/>
        <a:lstStyle/>
        <a:p>
          <a:endParaRPr lang="en-US"/>
        </a:p>
      </dgm:t>
    </dgm:pt>
    <dgm:pt modelId="{0F2A85B8-ED70-45C9-921F-A06DB8FD0919}">
      <dgm:prSet/>
      <dgm:spPr/>
      <dgm:t>
        <a:bodyPr/>
        <a:lstStyle/>
        <a:p>
          <a:r>
            <a:rPr lang="en-US"/>
            <a:t>Mar. 2026</a:t>
          </a:r>
        </a:p>
      </dgm:t>
    </dgm:pt>
    <dgm:pt modelId="{EA09335C-DAAB-4ADA-B6EE-520E18A4BC69}" type="parTrans" cxnId="{328DED65-59A9-432B-9A87-438E227C67AA}">
      <dgm:prSet/>
      <dgm:spPr/>
      <dgm:t>
        <a:bodyPr/>
        <a:lstStyle/>
        <a:p>
          <a:endParaRPr lang="en-US"/>
        </a:p>
      </dgm:t>
    </dgm:pt>
    <dgm:pt modelId="{AAE509F0-EDD9-4971-B7F3-303E0D3679C6}" type="sibTrans" cxnId="{328DED65-59A9-432B-9A87-438E227C67AA}">
      <dgm:prSet/>
      <dgm:spPr/>
      <dgm:t>
        <a:bodyPr/>
        <a:lstStyle/>
        <a:p>
          <a:endParaRPr lang="en-US"/>
        </a:p>
      </dgm:t>
    </dgm:pt>
    <dgm:pt modelId="{2478EA37-61A7-4A07-9428-4342172B7CDC}">
      <dgm:prSet/>
      <dgm:spPr/>
      <dgm:t>
        <a:bodyPr/>
        <a:lstStyle/>
        <a:p>
          <a:r>
            <a:rPr lang="en-US"/>
            <a:t>Filter Wheel Design &amp; Body of the camera</a:t>
          </a:r>
        </a:p>
      </dgm:t>
    </dgm:pt>
    <dgm:pt modelId="{0DAAFF85-B149-495E-BC77-6F38FD0B725B}" type="parTrans" cxnId="{85D55410-8E5B-4B12-ADFD-91358666EFFD}">
      <dgm:prSet/>
      <dgm:spPr/>
      <dgm:t>
        <a:bodyPr/>
        <a:lstStyle/>
        <a:p>
          <a:endParaRPr lang="en-US"/>
        </a:p>
      </dgm:t>
    </dgm:pt>
    <dgm:pt modelId="{0BD266EA-4DE4-4BD9-907D-3ADC581091D4}" type="sibTrans" cxnId="{85D55410-8E5B-4B12-ADFD-91358666EFFD}">
      <dgm:prSet/>
      <dgm:spPr/>
      <dgm:t>
        <a:bodyPr/>
        <a:lstStyle/>
        <a:p>
          <a:endParaRPr lang="en-US"/>
        </a:p>
      </dgm:t>
    </dgm:pt>
    <dgm:pt modelId="{BBB0BA95-9E5C-4FF9-BB70-3D2BA88CE94C}">
      <dgm:prSet/>
      <dgm:spPr/>
      <dgm:t>
        <a:bodyPr/>
        <a:lstStyle/>
        <a:p>
          <a:r>
            <a:rPr lang="en-US"/>
            <a:t>Apr. 2026</a:t>
          </a:r>
        </a:p>
      </dgm:t>
    </dgm:pt>
    <dgm:pt modelId="{1D0C2914-98EB-4135-9DC4-61F7CD73F4AF}" type="parTrans" cxnId="{2EC1C35A-2FEE-4B20-95D4-DC22A942BF4A}">
      <dgm:prSet/>
      <dgm:spPr/>
      <dgm:t>
        <a:bodyPr/>
        <a:lstStyle/>
        <a:p>
          <a:endParaRPr lang="en-US"/>
        </a:p>
      </dgm:t>
    </dgm:pt>
    <dgm:pt modelId="{04E5B86D-D4E0-4484-ADE5-0F14C72EDC2B}" type="sibTrans" cxnId="{2EC1C35A-2FEE-4B20-95D4-DC22A942BF4A}">
      <dgm:prSet/>
      <dgm:spPr/>
      <dgm:t>
        <a:bodyPr/>
        <a:lstStyle/>
        <a:p>
          <a:endParaRPr lang="en-US"/>
        </a:p>
      </dgm:t>
    </dgm:pt>
    <dgm:pt modelId="{70998D76-B250-4A83-B78E-17A1C1E8BF57}">
      <dgm:prSet/>
      <dgm:spPr/>
      <dgm:t>
        <a:bodyPr/>
        <a:lstStyle/>
        <a:p>
          <a:r>
            <a:rPr lang="en-US"/>
            <a:t>Final Testing</a:t>
          </a:r>
        </a:p>
      </dgm:t>
    </dgm:pt>
    <dgm:pt modelId="{714577AC-63CA-41FD-BCD5-FB77971F99A8}" type="parTrans" cxnId="{853250C6-3F27-4722-9691-1473DA282471}">
      <dgm:prSet/>
      <dgm:spPr/>
      <dgm:t>
        <a:bodyPr/>
        <a:lstStyle/>
        <a:p>
          <a:endParaRPr lang="en-US"/>
        </a:p>
      </dgm:t>
    </dgm:pt>
    <dgm:pt modelId="{DD7FE95B-F85B-469E-B2E2-3C84A21F848F}" type="sibTrans" cxnId="{853250C6-3F27-4722-9691-1473DA282471}">
      <dgm:prSet/>
      <dgm:spPr/>
      <dgm:t>
        <a:bodyPr/>
        <a:lstStyle/>
        <a:p>
          <a:endParaRPr lang="en-US"/>
        </a:p>
      </dgm:t>
    </dgm:pt>
    <dgm:pt modelId="{2BC95947-1F99-B849-BC8E-855BE183B649}" type="pres">
      <dgm:prSet presAssocID="{02ADF505-F8C6-4AF0-9C34-3D56A6611812}" presName="Name0" presStyleCnt="0">
        <dgm:presLayoutVars>
          <dgm:chMax/>
          <dgm:chPref/>
          <dgm:animLvl val="lvl"/>
        </dgm:presLayoutVars>
      </dgm:prSet>
      <dgm:spPr/>
    </dgm:pt>
    <dgm:pt modelId="{C71AB1EA-50F1-A745-A5A3-28913D0D44C8}" type="pres">
      <dgm:prSet presAssocID="{1BF6C1FF-7EC3-4303-B0A1-34F0803ECF81}" presName="composite" presStyleCnt="0"/>
      <dgm:spPr/>
    </dgm:pt>
    <dgm:pt modelId="{42369321-371C-8045-9A0B-0395F7B6B813}" type="pres">
      <dgm:prSet presAssocID="{1BF6C1FF-7EC3-4303-B0A1-34F0803ECF81}" presName="Parent1" presStyleLbl="alignNode1" presStyleIdx="0" presStyleCnt="8">
        <dgm:presLayoutVars>
          <dgm:chMax val="1"/>
          <dgm:chPref val="1"/>
          <dgm:bulletEnabled val="1"/>
        </dgm:presLayoutVars>
      </dgm:prSet>
      <dgm:spPr/>
    </dgm:pt>
    <dgm:pt modelId="{39D90537-7ABA-C042-9EDA-FE9F85F4E441}" type="pres">
      <dgm:prSet presAssocID="{1BF6C1FF-7EC3-4303-B0A1-34F0803ECF81}" presName="Childtext1" presStyleLbl="revTx" presStyleIdx="0" presStyleCnt="8">
        <dgm:presLayoutVars>
          <dgm:chMax val="0"/>
          <dgm:chPref val="0"/>
          <dgm:bulletEnabled/>
        </dgm:presLayoutVars>
      </dgm:prSet>
      <dgm:spPr/>
    </dgm:pt>
    <dgm:pt modelId="{7C09B81C-9215-AC4E-95D6-6ED22D0C62B0}" type="pres">
      <dgm:prSet presAssocID="{1BF6C1FF-7EC3-4303-B0A1-34F0803ECF81}" presName="ConnectLine" presStyleLbl="sibTrans1D1" presStyleIdx="0" presStyleCnt="8"/>
      <dgm:spPr>
        <a:noFill/>
        <a:ln w="12700" cap="flat" cmpd="sng" algn="ctr">
          <a:solidFill>
            <a:schemeClr val="accent5">
              <a:hueOff val="0"/>
              <a:satOff val="0"/>
              <a:lumOff val="0"/>
              <a:alphaOff val="0"/>
            </a:schemeClr>
          </a:solidFill>
          <a:prstDash val="dash"/>
          <a:miter lim="800000"/>
        </a:ln>
        <a:effectLst/>
      </dgm:spPr>
    </dgm:pt>
    <dgm:pt modelId="{F02FCC63-C65F-744D-92E2-CB82D8CBEF4A}" type="pres">
      <dgm:prSet presAssocID="{1BF6C1FF-7EC3-4303-B0A1-34F0803ECF81}" presName="ConnectLineEnd" presStyleLbl="node1" presStyleIdx="0" presStyleCnt="8"/>
      <dgm:spPr/>
    </dgm:pt>
    <dgm:pt modelId="{B4A493EA-50F3-1C49-ADBD-04851FDA916C}" type="pres">
      <dgm:prSet presAssocID="{1BF6C1FF-7EC3-4303-B0A1-34F0803ECF81}" presName="EmptyPane" presStyleCnt="0"/>
      <dgm:spPr/>
    </dgm:pt>
    <dgm:pt modelId="{3671ED42-507D-D545-BD2B-77D474FCBA0D}" type="pres">
      <dgm:prSet presAssocID="{17B098D9-DD3D-469D-A83B-130F2E0DDF27}" presName="spaceBetweenRectangles" presStyleLbl="fgAcc1" presStyleIdx="0" presStyleCnt="7"/>
      <dgm:spPr/>
    </dgm:pt>
    <dgm:pt modelId="{422B7015-25D2-7744-8CAD-F90E1C934DF3}" type="pres">
      <dgm:prSet presAssocID="{AF8D4D29-6946-40A8-934B-0BB52EC87F38}" presName="composite" presStyleCnt="0"/>
      <dgm:spPr/>
    </dgm:pt>
    <dgm:pt modelId="{94D5982E-B713-1A49-B2EA-607EBF41A0A1}" type="pres">
      <dgm:prSet presAssocID="{AF8D4D29-6946-40A8-934B-0BB52EC87F38}" presName="Parent1" presStyleLbl="alignNode1" presStyleIdx="1" presStyleCnt="8">
        <dgm:presLayoutVars>
          <dgm:chMax val="1"/>
          <dgm:chPref val="1"/>
          <dgm:bulletEnabled val="1"/>
        </dgm:presLayoutVars>
      </dgm:prSet>
      <dgm:spPr/>
    </dgm:pt>
    <dgm:pt modelId="{07B60CA8-8A66-B646-BE10-8A1A84B19868}" type="pres">
      <dgm:prSet presAssocID="{AF8D4D29-6946-40A8-934B-0BB52EC87F38}" presName="Childtext1" presStyleLbl="revTx" presStyleIdx="1" presStyleCnt="8">
        <dgm:presLayoutVars>
          <dgm:chMax val="0"/>
          <dgm:chPref val="0"/>
          <dgm:bulletEnabled/>
        </dgm:presLayoutVars>
      </dgm:prSet>
      <dgm:spPr/>
    </dgm:pt>
    <dgm:pt modelId="{59FD28D9-8340-2C43-AFA7-D23E115C6DB1}" type="pres">
      <dgm:prSet presAssocID="{AF8D4D29-6946-40A8-934B-0BB52EC87F38}" presName="ConnectLine" presStyleLbl="sibTrans1D1" presStyleIdx="1" presStyleCnt="8"/>
      <dgm:spPr>
        <a:noFill/>
        <a:ln w="12700" cap="flat" cmpd="sng" algn="ctr">
          <a:solidFill>
            <a:schemeClr val="accent5">
              <a:hueOff val="1302047"/>
              <a:satOff val="-586"/>
              <a:lumOff val="-728"/>
              <a:alphaOff val="0"/>
            </a:schemeClr>
          </a:solidFill>
          <a:prstDash val="dash"/>
          <a:miter lim="800000"/>
        </a:ln>
        <a:effectLst/>
      </dgm:spPr>
    </dgm:pt>
    <dgm:pt modelId="{54A61FE5-198C-0C45-86E8-015C6487E273}" type="pres">
      <dgm:prSet presAssocID="{AF8D4D29-6946-40A8-934B-0BB52EC87F38}" presName="ConnectLineEnd" presStyleLbl="node1" presStyleIdx="1" presStyleCnt="8"/>
      <dgm:spPr/>
    </dgm:pt>
    <dgm:pt modelId="{EE16B4E1-8646-6741-91C1-3DE3EF3913F5}" type="pres">
      <dgm:prSet presAssocID="{AF8D4D29-6946-40A8-934B-0BB52EC87F38}" presName="EmptyPane" presStyleCnt="0"/>
      <dgm:spPr/>
    </dgm:pt>
    <dgm:pt modelId="{D6916BE4-5425-3748-BE94-C598AE66A986}" type="pres">
      <dgm:prSet presAssocID="{AF5AC423-367F-4FA2-9522-F7FC9AAFF99E}" presName="spaceBetweenRectangles" presStyleLbl="fgAcc1" presStyleIdx="1" presStyleCnt="7"/>
      <dgm:spPr/>
    </dgm:pt>
    <dgm:pt modelId="{6F7739AD-AEB2-404D-9549-31A0E876A98E}" type="pres">
      <dgm:prSet presAssocID="{311E1272-036E-473F-A716-2F2739BF9E90}" presName="composite" presStyleCnt="0"/>
      <dgm:spPr/>
    </dgm:pt>
    <dgm:pt modelId="{6E6F4372-DC49-D144-AA06-87D33082DDEC}" type="pres">
      <dgm:prSet presAssocID="{311E1272-036E-473F-A716-2F2739BF9E90}" presName="Parent1" presStyleLbl="alignNode1" presStyleIdx="2" presStyleCnt="8">
        <dgm:presLayoutVars>
          <dgm:chMax val="1"/>
          <dgm:chPref val="1"/>
          <dgm:bulletEnabled val="1"/>
        </dgm:presLayoutVars>
      </dgm:prSet>
      <dgm:spPr/>
    </dgm:pt>
    <dgm:pt modelId="{87C21E65-76CC-2F41-9F85-5902788FECC8}" type="pres">
      <dgm:prSet presAssocID="{311E1272-036E-473F-A716-2F2739BF9E90}" presName="Childtext1" presStyleLbl="revTx" presStyleIdx="2" presStyleCnt="8">
        <dgm:presLayoutVars>
          <dgm:chMax val="0"/>
          <dgm:chPref val="0"/>
          <dgm:bulletEnabled/>
        </dgm:presLayoutVars>
      </dgm:prSet>
      <dgm:spPr/>
    </dgm:pt>
    <dgm:pt modelId="{3159AB2A-52E6-744B-83F0-B78323C7F57B}" type="pres">
      <dgm:prSet presAssocID="{311E1272-036E-473F-A716-2F2739BF9E90}" presName="ConnectLine" presStyleLbl="sibTrans1D1" presStyleIdx="2" presStyleCnt="8"/>
      <dgm:spPr>
        <a:noFill/>
        <a:ln w="12700" cap="flat" cmpd="sng" algn="ctr">
          <a:solidFill>
            <a:schemeClr val="accent5">
              <a:hueOff val="2604094"/>
              <a:satOff val="-1173"/>
              <a:lumOff val="-1456"/>
              <a:alphaOff val="0"/>
            </a:schemeClr>
          </a:solidFill>
          <a:prstDash val="dash"/>
          <a:miter lim="800000"/>
        </a:ln>
        <a:effectLst/>
      </dgm:spPr>
    </dgm:pt>
    <dgm:pt modelId="{A28CA8C7-BCF7-A14D-A62B-F31ED6108168}" type="pres">
      <dgm:prSet presAssocID="{311E1272-036E-473F-A716-2F2739BF9E90}" presName="ConnectLineEnd" presStyleLbl="node1" presStyleIdx="2" presStyleCnt="8"/>
      <dgm:spPr/>
    </dgm:pt>
    <dgm:pt modelId="{18D01CE5-D1C8-6C41-A7F3-CE8A3E1CFCEB}" type="pres">
      <dgm:prSet presAssocID="{311E1272-036E-473F-A716-2F2739BF9E90}" presName="EmptyPane" presStyleCnt="0"/>
      <dgm:spPr/>
    </dgm:pt>
    <dgm:pt modelId="{18D184B0-A529-1C4F-B601-6A43520E9803}" type="pres">
      <dgm:prSet presAssocID="{2E241590-043C-47B3-A189-9346BC0D58AB}" presName="spaceBetweenRectangles" presStyleLbl="fgAcc1" presStyleIdx="2" presStyleCnt="7"/>
      <dgm:spPr/>
    </dgm:pt>
    <dgm:pt modelId="{52D91C65-4B43-E34F-9547-8F14AC575875}" type="pres">
      <dgm:prSet presAssocID="{66CC96D4-D8D9-4AD7-8D65-04317A0369B4}" presName="composite" presStyleCnt="0"/>
      <dgm:spPr/>
    </dgm:pt>
    <dgm:pt modelId="{DC935766-DC96-AA4D-9AC9-50080F91C001}" type="pres">
      <dgm:prSet presAssocID="{66CC96D4-D8D9-4AD7-8D65-04317A0369B4}" presName="Parent1" presStyleLbl="alignNode1" presStyleIdx="3" presStyleCnt="8">
        <dgm:presLayoutVars>
          <dgm:chMax val="1"/>
          <dgm:chPref val="1"/>
          <dgm:bulletEnabled val="1"/>
        </dgm:presLayoutVars>
      </dgm:prSet>
      <dgm:spPr/>
    </dgm:pt>
    <dgm:pt modelId="{EFCF1CEE-1077-994F-A51C-12606AF28AAE}" type="pres">
      <dgm:prSet presAssocID="{66CC96D4-D8D9-4AD7-8D65-04317A0369B4}" presName="Childtext1" presStyleLbl="revTx" presStyleIdx="3" presStyleCnt="8">
        <dgm:presLayoutVars>
          <dgm:chMax val="0"/>
          <dgm:chPref val="0"/>
          <dgm:bulletEnabled/>
        </dgm:presLayoutVars>
      </dgm:prSet>
      <dgm:spPr/>
    </dgm:pt>
    <dgm:pt modelId="{5ED1BF1B-7AA6-4D40-ABCA-48AAB63E7C58}" type="pres">
      <dgm:prSet presAssocID="{66CC96D4-D8D9-4AD7-8D65-04317A0369B4}" presName="ConnectLine" presStyleLbl="sibTrans1D1" presStyleIdx="3" presStyleCnt="8"/>
      <dgm:spPr>
        <a:noFill/>
        <a:ln w="12700" cap="flat" cmpd="sng" algn="ctr">
          <a:solidFill>
            <a:schemeClr val="accent5">
              <a:hueOff val="3906140"/>
              <a:satOff val="-1759"/>
              <a:lumOff val="-2184"/>
              <a:alphaOff val="0"/>
            </a:schemeClr>
          </a:solidFill>
          <a:prstDash val="dash"/>
          <a:miter lim="800000"/>
        </a:ln>
        <a:effectLst/>
      </dgm:spPr>
    </dgm:pt>
    <dgm:pt modelId="{843058A0-EE6F-494B-9B1A-B30D162BA3F2}" type="pres">
      <dgm:prSet presAssocID="{66CC96D4-D8D9-4AD7-8D65-04317A0369B4}" presName="ConnectLineEnd" presStyleLbl="node1" presStyleIdx="3" presStyleCnt="8"/>
      <dgm:spPr/>
    </dgm:pt>
    <dgm:pt modelId="{2CFB9742-6DC7-BE46-BEEC-674BAF1A8D90}" type="pres">
      <dgm:prSet presAssocID="{66CC96D4-D8D9-4AD7-8D65-04317A0369B4}" presName="EmptyPane" presStyleCnt="0"/>
      <dgm:spPr/>
    </dgm:pt>
    <dgm:pt modelId="{5F0715CD-4C33-8E4E-8B7E-029139B8F3E4}" type="pres">
      <dgm:prSet presAssocID="{814F74D5-09C6-4A8A-9BFD-A84B27678BF0}" presName="spaceBetweenRectangles" presStyleLbl="fgAcc1" presStyleIdx="3" presStyleCnt="7"/>
      <dgm:spPr/>
    </dgm:pt>
    <dgm:pt modelId="{F60468B0-B6A4-224F-9C10-A4218D6687CD}" type="pres">
      <dgm:prSet presAssocID="{568DA1BF-F3E5-43E8-BCDB-7B2E3C12E552}" presName="composite" presStyleCnt="0"/>
      <dgm:spPr/>
    </dgm:pt>
    <dgm:pt modelId="{EDE6C942-6241-A34A-BDDD-A7C56DBB0E87}" type="pres">
      <dgm:prSet presAssocID="{568DA1BF-F3E5-43E8-BCDB-7B2E3C12E552}" presName="Parent1" presStyleLbl="alignNode1" presStyleIdx="4" presStyleCnt="8">
        <dgm:presLayoutVars>
          <dgm:chMax val="1"/>
          <dgm:chPref val="1"/>
          <dgm:bulletEnabled val="1"/>
        </dgm:presLayoutVars>
      </dgm:prSet>
      <dgm:spPr/>
    </dgm:pt>
    <dgm:pt modelId="{7A716104-C1B5-A440-A220-F149EE8659D3}" type="pres">
      <dgm:prSet presAssocID="{568DA1BF-F3E5-43E8-BCDB-7B2E3C12E552}" presName="Childtext1" presStyleLbl="revTx" presStyleIdx="4" presStyleCnt="8">
        <dgm:presLayoutVars>
          <dgm:chMax val="0"/>
          <dgm:chPref val="0"/>
          <dgm:bulletEnabled/>
        </dgm:presLayoutVars>
      </dgm:prSet>
      <dgm:spPr/>
    </dgm:pt>
    <dgm:pt modelId="{D7DC1DB6-6FB7-5843-97EA-82C9B5158807}" type="pres">
      <dgm:prSet presAssocID="{568DA1BF-F3E5-43E8-BCDB-7B2E3C12E552}" presName="ConnectLine" presStyleLbl="sibTrans1D1" presStyleIdx="4" presStyleCnt="8"/>
      <dgm:spPr>
        <a:noFill/>
        <a:ln w="12700" cap="flat" cmpd="sng" algn="ctr">
          <a:solidFill>
            <a:schemeClr val="accent5">
              <a:hueOff val="5208187"/>
              <a:satOff val="-2345"/>
              <a:lumOff val="-2913"/>
              <a:alphaOff val="0"/>
            </a:schemeClr>
          </a:solidFill>
          <a:prstDash val="dash"/>
          <a:miter lim="800000"/>
        </a:ln>
        <a:effectLst/>
      </dgm:spPr>
    </dgm:pt>
    <dgm:pt modelId="{22027476-9033-E141-8A54-FABED71E4E52}" type="pres">
      <dgm:prSet presAssocID="{568DA1BF-F3E5-43E8-BCDB-7B2E3C12E552}" presName="ConnectLineEnd" presStyleLbl="node1" presStyleIdx="4" presStyleCnt="8"/>
      <dgm:spPr/>
    </dgm:pt>
    <dgm:pt modelId="{C6381742-A960-0547-BAC9-722F9308E54D}" type="pres">
      <dgm:prSet presAssocID="{568DA1BF-F3E5-43E8-BCDB-7B2E3C12E552}" presName="EmptyPane" presStyleCnt="0"/>
      <dgm:spPr/>
    </dgm:pt>
    <dgm:pt modelId="{26EA00AD-2F24-7D49-9F4B-90C3BF94EFC5}" type="pres">
      <dgm:prSet presAssocID="{5194EDC7-823E-497F-9687-934C0D8B0282}" presName="spaceBetweenRectangles" presStyleLbl="fgAcc1" presStyleIdx="4" presStyleCnt="7"/>
      <dgm:spPr/>
    </dgm:pt>
    <dgm:pt modelId="{6043277D-36A5-EC48-9543-7186B3879DCC}" type="pres">
      <dgm:prSet presAssocID="{52CA635C-C367-4EA7-96A1-BC11D0B625D0}" presName="composite" presStyleCnt="0"/>
      <dgm:spPr/>
    </dgm:pt>
    <dgm:pt modelId="{C4A3ECA4-B216-1740-9F45-4D85BC8C89C6}" type="pres">
      <dgm:prSet presAssocID="{52CA635C-C367-4EA7-96A1-BC11D0B625D0}" presName="Parent1" presStyleLbl="alignNode1" presStyleIdx="5" presStyleCnt="8">
        <dgm:presLayoutVars>
          <dgm:chMax val="1"/>
          <dgm:chPref val="1"/>
          <dgm:bulletEnabled val="1"/>
        </dgm:presLayoutVars>
      </dgm:prSet>
      <dgm:spPr/>
    </dgm:pt>
    <dgm:pt modelId="{03D34297-3B9D-CA43-A092-ADD0FAF8D8D7}" type="pres">
      <dgm:prSet presAssocID="{52CA635C-C367-4EA7-96A1-BC11D0B625D0}" presName="Childtext1" presStyleLbl="revTx" presStyleIdx="5" presStyleCnt="8">
        <dgm:presLayoutVars>
          <dgm:chMax val="0"/>
          <dgm:chPref val="0"/>
          <dgm:bulletEnabled/>
        </dgm:presLayoutVars>
      </dgm:prSet>
      <dgm:spPr/>
    </dgm:pt>
    <dgm:pt modelId="{DF5ED35C-2E9D-A240-BEEC-AFF5DBC9D560}" type="pres">
      <dgm:prSet presAssocID="{52CA635C-C367-4EA7-96A1-BC11D0B625D0}" presName="ConnectLine" presStyleLbl="sibTrans1D1" presStyleIdx="5" presStyleCnt="8"/>
      <dgm:spPr>
        <a:noFill/>
        <a:ln w="12700" cap="flat" cmpd="sng" algn="ctr">
          <a:solidFill>
            <a:schemeClr val="accent5">
              <a:hueOff val="6510234"/>
              <a:satOff val="-2931"/>
              <a:lumOff val="-3641"/>
              <a:alphaOff val="0"/>
            </a:schemeClr>
          </a:solidFill>
          <a:prstDash val="dash"/>
          <a:miter lim="800000"/>
        </a:ln>
        <a:effectLst/>
      </dgm:spPr>
    </dgm:pt>
    <dgm:pt modelId="{C44D9637-1C5E-8841-B575-E40028E90F1D}" type="pres">
      <dgm:prSet presAssocID="{52CA635C-C367-4EA7-96A1-BC11D0B625D0}" presName="ConnectLineEnd" presStyleLbl="node1" presStyleIdx="5" presStyleCnt="8"/>
      <dgm:spPr/>
    </dgm:pt>
    <dgm:pt modelId="{FC0A63B6-BF17-2345-815E-51D54B5A7A6F}" type="pres">
      <dgm:prSet presAssocID="{52CA635C-C367-4EA7-96A1-BC11D0B625D0}" presName="EmptyPane" presStyleCnt="0"/>
      <dgm:spPr/>
    </dgm:pt>
    <dgm:pt modelId="{74B05F18-C921-2340-A1BE-86ED07452E89}" type="pres">
      <dgm:prSet presAssocID="{A6A8BFCB-B511-493B-A90C-F83CEC0348C2}" presName="spaceBetweenRectangles" presStyleLbl="fgAcc1" presStyleIdx="5" presStyleCnt="7"/>
      <dgm:spPr/>
    </dgm:pt>
    <dgm:pt modelId="{885436A8-6519-EF40-8F8E-4A5A8EF85DD6}" type="pres">
      <dgm:prSet presAssocID="{0F2A85B8-ED70-45C9-921F-A06DB8FD0919}" presName="composite" presStyleCnt="0"/>
      <dgm:spPr/>
    </dgm:pt>
    <dgm:pt modelId="{774A0453-A2DE-4D46-898E-1CC8D9B3C62F}" type="pres">
      <dgm:prSet presAssocID="{0F2A85B8-ED70-45C9-921F-A06DB8FD0919}" presName="Parent1" presStyleLbl="alignNode1" presStyleIdx="6" presStyleCnt="8">
        <dgm:presLayoutVars>
          <dgm:chMax val="1"/>
          <dgm:chPref val="1"/>
          <dgm:bulletEnabled val="1"/>
        </dgm:presLayoutVars>
      </dgm:prSet>
      <dgm:spPr/>
    </dgm:pt>
    <dgm:pt modelId="{7B2DFE3F-9A9A-EA4E-AED8-EBD8D4308208}" type="pres">
      <dgm:prSet presAssocID="{0F2A85B8-ED70-45C9-921F-A06DB8FD0919}" presName="Childtext1" presStyleLbl="revTx" presStyleIdx="6" presStyleCnt="8">
        <dgm:presLayoutVars>
          <dgm:chMax val="0"/>
          <dgm:chPref val="0"/>
          <dgm:bulletEnabled/>
        </dgm:presLayoutVars>
      </dgm:prSet>
      <dgm:spPr/>
    </dgm:pt>
    <dgm:pt modelId="{C1E5087E-10EB-7A43-8D0A-A8498E1B257D}" type="pres">
      <dgm:prSet presAssocID="{0F2A85B8-ED70-45C9-921F-A06DB8FD0919}" presName="ConnectLine" presStyleLbl="sibTrans1D1" presStyleIdx="6" presStyleCnt="8"/>
      <dgm:spPr>
        <a:noFill/>
        <a:ln w="12700" cap="flat" cmpd="sng" algn="ctr">
          <a:solidFill>
            <a:schemeClr val="accent5">
              <a:hueOff val="7812281"/>
              <a:satOff val="-3518"/>
              <a:lumOff val="-4369"/>
              <a:alphaOff val="0"/>
            </a:schemeClr>
          </a:solidFill>
          <a:prstDash val="dash"/>
          <a:miter lim="800000"/>
        </a:ln>
        <a:effectLst/>
      </dgm:spPr>
    </dgm:pt>
    <dgm:pt modelId="{50537759-8123-8D4E-BDAD-5A0C9AB55120}" type="pres">
      <dgm:prSet presAssocID="{0F2A85B8-ED70-45C9-921F-A06DB8FD0919}" presName="ConnectLineEnd" presStyleLbl="node1" presStyleIdx="6" presStyleCnt="8"/>
      <dgm:spPr/>
    </dgm:pt>
    <dgm:pt modelId="{A8B9E154-E105-E44C-8DF8-A26741C2583A}" type="pres">
      <dgm:prSet presAssocID="{0F2A85B8-ED70-45C9-921F-A06DB8FD0919}" presName="EmptyPane" presStyleCnt="0"/>
      <dgm:spPr/>
    </dgm:pt>
    <dgm:pt modelId="{447E4E25-CDBD-E44B-B3BE-6C33B439EDE7}" type="pres">
      <dgm:prSet presAssocID="{AAE509F0-EDD9-4971-B7F3-303E0D3679C6}" presName="spaceBetweenRectangles" presStyleLbl="fgAcc1" presStyleIdx="6" presStyleCnt="7"/>
      <dgm:spPr/>
    </dgm:pt>
    <dgm:pt modelId="{F4FD6CE7-9FD0-E64C-BEB2-BDBCD0D7ACE7}" type="pres">
      <dgm:prSet presAssocID="{BBB0BA95-9E5C-4FF9-BB70-3D2BA88CE94C}" presName="composite" presStyleCnt="0"/>
      <dgm:spPr/>
    </dgm:pt>
    <dgm:pt modelId="{7633BC69-1ECB-F142-BCBD-1146FE4FFD2D}" type="pres">
      <dgm:prSet presAssocID="{BBB0BA95-9E5C-4FF9-BB70-3D2BA88CE94C}" presName="Parent1" presStyleLbl="alignNode1" presStyleIdx="7" presStyleCnt="8">
        <dgm:presLayoutVars>
          <dgm:chMax val="1"/>
          <dgm:chPref val="1"/>
          <dgm:bulletEnabled val="1"/>
        </dgm:presLayoutVars>
      </dgm:prSet>
      <dgm:spPr/>
    </dgm:pt>
    <dgm:pt modelId="{82333F28-A04E-FD4B-8090-3099AE2CD00E}" type="pres">
      <dgm:prSet presAssocID="{BBB0BA95-9E5C-4FF9-BB70-3D2BA88CE94C}" presName="Childtext1" presStyleLbl="revTx" presStyleIdx="7" presStyleCnt="8">
        <dgm:presLayoutVars>
          <dgm:chMax val="0"/>
          <dgm:chPref val="0"/>
          <dgm:bulletEnabled/>
        </dgm:presLayoutVars>
      </dgm:prSet>
      <dgm:spPr/>
    </dgm:pt>
    <dgm:pt modelId="{A975E397-382C-A545-8834-098789337BE5}" type="pres">
      <dgm:prSet presAssocID="{BBB0BA95-9E5C-4FF9-BB70-3D2BA88CE94C}" presName="ConnectLine" presStyleLbl="sibTrans1D1" presStyleIdx="7" presStyleCnt="8"/>
      <dgm:spPr>
        <a:noFill/>
        <a:ln w="12700" cap="flat" cmpd="sng" algn="ctr">
          <a:solidFill>
            <a:schemeClr val="accent5">
              <a:hueOff val="9114327"/>
              <a:satOff val="-4104"/>
              <a:lumOff val="-5097"/>
              <a:alphaOff val="0"/>
            </a:schemeClr>
          </a:solidFill>
          <a:prstDash val="dash"/>
          <a:miter lim="800000"/>
        </a:ln>
        <a:effectLst/>
      </dgm:spPr>
    </dgm:pt>
    <dgm:pt modelId="{1652A264-2ABF-5F4E-A3EE-BCB64AC3C844}" type="pres">
      <dgm:prSet presAssocID="{BBB0BA95-9E5C-4FF9-BB70-3D2BA88CE94C}" presName="ConnectLineEnd" presStyleLbl="node1" presStyleIdx="7" presStyleCnt="8"/>
      <dgm:spPr/>
    </dgm:pt>
    <dgm:pt modelId="{41E51044-88AE-0C4F-8C0A-0ACADE4C263E}" type="pres">
      <dgm:prSet presAssocID="{BBB0BA95-9E5C-4FF9-BB70-3D2BA88CE94C}" presName="EmptyPane" presStyleCnt="0"/>
      <dgm:spPr/>
    </dgm:pt>
  </dgm:ptLst>
  <dgm:cxnLst>
    <dgm:cxn modelId="{9E319F02-2F3C-6D4F-BCD2-C8AA3B63E4C6}" type="presOf" srcId="{311E1272-036E-473F-A716-2F2739BF9E90}" destId="{6E6F4372-DC49-D144-AA06-87D33082DDEC}" srcOrd="0" destOrd="0" presId="urn:microsoft.com/office/officeart/2016/7/layout/HexagonTimeline"/>
    <dgm:cxn modelId="{DADC0603-18AC-4FDE-9083-2EF9D4411395}" srcId="{1BF6C1FF-7EC3-4303-B0A1-34F0803ECF81}" destId="{15DE38D7-9130-4C75-89E9-E97652365270}" srcOrd="0" destOrd="0" parTransId="{1BF9EB85-D851-4C3D-9E49-48A453A8B262}" sibTransId="{512CF269-586D-4FA9-978A-9379576E7B12}"/>
    <dgm:cxn modelId="{24EAFF07-F9E2-5044-8B7F-131F87D061E4}" type="presOf" srcId="{15DE38D7-9130-4C75-89E9-E97652365270}" destId="{39D90537-7ABA-C042-9EDA-FE9F85F4E441}" srcOrd="0" destOrd="0" presId="urn:microsoft.com/office/officeart/2016/7/layout/HexagonTimeline"/>
    <dgm:cxn modelId="{0447B10B-6DFC-470D-9ED3-D4B81588ABDB}" srcId="{311E1272-036E-473F-A716-2F2739BF9E90}" destId="{2CB902D6-C0E4-40CF-B1C6-4589500008EC}" srcOrd="0" destOrd="0" parTransId="{963BADA7-74D6-46E9-BD49-3014AFFFF9CC}" sibTransId="{9F62027D-D50E-4BC0-A378-67DEF555E59F}"/>
    <dgm:cxn modelId="{8675410D-BDAA-40DC-9663-31C747EBA9A8}" srcId="{568DA1BF-F3E5-43E8-BCDB-7B2E3C12E552}" destId="{AC7A2C59-0006-4FDC-92D5-22179068F2B4}" srcOrd="0" destOrd="0" parTransId="{88BAE2EE-4E9F-4FDF-A2B7-61F39D14D74C}" sibTransId="{094096A7-D11E-43D7-A43E-A3655E71F2C7}"/>
    <dgm:cxn modelId="{85D55410-8E5B-4B12-ADFD-91358666EFFD}" srcId="{0F2A85B8-ED70-45C9-921F-A06DB8FD0919}" destId="{2478EA37-61A7-4A07-9428-4342172B7CDC}" srcOrd="0" destOrd="0" parTransId="{0DAAFF85-B149-495E-BC77-6F38FD0B725B}" sibTransId="{0BD266EA-4DE4-4BD9-907D-3ADC581091D4}"/>
    <dgm:cxn modelId="{0292EF1B-D999-284F-AC57-998858FAFB42}" type="presOf" srcId="{AC7A2C59-0006-4FDC-92D5-22179068F2B4}" destId="{7A716104-C1B5-A440-A220-F149EE8659D3}" srcOrd="0" destOrd="0" presId="urn:microsoft.com/office/officeart/2016/7/layout/HexagonTimeline"/>
    <dgm:cxn modelId="{E561881E-92D7-4C40-BA9C-F21629ADB870}" srcId="{02ADF505-F8C6-4AF0-9C34-3D56A6611812}" destId="{AF8D4D29-6946-40A8-934B-0BB52EC87F38}" srcOrd="1" destOrd="0" parTransId="{1905BD9B-BDF7-4CC8-932E-CA5704C88329}" sibTransId="{AF5AC423-367F-4FA2-9522-F7FC9AAFF99E}"/>
    <dgm:cxn modelId="{12F4D61F-2D14-2343-A8B3-740F041071F7}" type="presOf" srcId="{70998D76-B250-4A83-B78E-17A1C1E8BF57}" destId="{82333F28-A04E-FD4B-8090-3099AE2CD00E}" srcOrd="0" destOrd="0" presId="urn:microsoft.com/office/officeart/2016/7/layout/HexagonTimeline"/>
    <dgm:cxn modelId="{6ECE5D20-D6E1-4899-AD01-D1E73E364F32}" srcId="{52CA635C-C367-4EA7-96A1-BC11D0B625D0}" destId="{FE89412A-F46F-4B69-AE28-EC06F5C0F20C}" srcOrd="0" destOrd="0" parTransId="{B7DFA626-90F1-4F17-A1F0-151C7A7EF8B0}" sibTransId="{C15FAE08-3391-461B-A917-0CF65186FF4B}"/>
    <dgm:cxn modelId="{EA5DD933-B294-4A09-813C-A8CCFE510BC3}" srcId="{02ADF505-F8C6-4AF0-9C34-3D56A6611812}" destId="{66CC96D4-D8D9-4AD7-8D65-04317A0369B4}" srcOrd="3" destOrd="0" parTransId="{5AA10A87-4D68-4947-AB04-20A6E00A6F76}" sibTransId="{814F74D5-09C6-4A8A-9BFD-A84B27678BF0}"/>
    <dgm:cxn modelId="{4E9E4138-B3B5-4997-BA77-56E31CC98614}" srcId="{66CC96D4-D8D9-4AD7-8D65-04317A0369B4}" destId="{AD474551-A315-42D9-8039-955963933A5A}" srcOrd="0" destOrd="0" parTransId="{81281373-FA84-4D8E-80BA-531AD62CB955}" sibTransId="{0E0EF4F6-156D-4CD8-8510-3060CA0E864D}"/>
    <dgm:cxn modelId="{24652942-167B-9448-92F9-6B99C74E46A4}" type="presOf" srcId="{2478EA37-61A7-4A07-9428-4342172B7CDC}" destId="{7B2DFE3F-9A9A-EA4E-AED8-EBD8D4308208}" srcOrd="0" destOrd="0" presId="urn:microsoft.com/office/officeart/2016/7/layout/HexagonTimeline"/>
    <dgm:cxn modelId="{0D4CCF49-AE8E-EA43-B843-70DAB67343CE}" type="presOf" srcId="{AD474551-A315-42D9-8039-955963933A5A}" destId="{EFCF1CEE-1077-994F-A51C-12606AF28AAE}" srcOrd="0" destOrd="0" presId="urn:microsoft.com/office/officeart/2016/7/layout/HexagonTimeline"/>
    <dgm:cxn modelId="{16D0EF4A-4275-5441-A279-5BC571F8294E}" type="presOf" srcId="{0F2A85B8-ED70-45C9-921F-A06DB8FD0919}" destId="{774A0453-A2DE-4D46-898E-1CC8D9B3C62F}" srcOrd="0" destOrd="0" presId="urn:microsoft.com/office/officeart/2016/7/layout/HexagonTimeline"/>
    <dgm:cxn modelId="{AB04D257-DE02-485F-996D-1BDB02333C6A}" srcId="{02ADF505-F8C6-4AF0-9C34-3D56A6611812}" destId="{311E1272-036E-473F-A716-2F2739BF9E90}" srcOrd="2" destOrd="0" parTransId="{E5E1730D-F338-43CC-A0D9-5AB5285BC0A3}" sibTransId="{2E241590-043C-47B3-A189-9346BC0D58AB}"/>
    <dgm:cxn modelId="{2EC1C35A-2FEE-4B20-95D4-DC22A942BF4A}" srcId="{02ADF505-F8C6-4AF0-9C34-3D56A6611812}" destId="{BBB0BA95-9E5C-4FF9-BB70-3D2BA88CE94C}" srcOrd="7" destOrd="0" parTransId="{1D0C2914-98EB-4135-9DC4-61F7CD73F4AF}" sibTransId="{04E5B86D-D4E0-4484-ADE5-0F14C72EDC2B}"/>
    <dgm:cxn modelId="{328DED65-59A9-432B-9A87-438E227C67AA}" srcId="{02ADF505-F8C6-4AF0-9C34-3D56A6611812}" destId="{0F2A85B8-ED70-45C9-921F-A06DB8FD0919}" srcOrd="6" destOrd="0" parTransId="{EA09335C-DAAB-4ADA-B6EE-520E18A4BC69}" sibTransId="{AAE509F0-EDD9-4971-B7F3-303E0D3679C6}"/>
    <dgm:cxn modelId="{A26A9F68-0370-4176-B069-C5037FF484CE}" srcId="{02ADF505-F8C6-4AF0-9C34-3D56A6611812}" destId="{568DA1BF-F3E5-43E8-BCDB-7B2E3C12E552}" srcOrd="4" destOrd="0" parTransId="{31395669-F0DE-4A21-8DF6-582F4CF1F3D0}" sibTransId="{5194EDC7-823E-497F-9687-934C0D8B0282}"/>
    <dgm:cxn modelId="{F3766985-F01E-4A4B-B309-C776CE983C6C}" type="presOf" srcId="{02ADF505-F8C6-4AF0-9C34-3D56A6611812}" destId="{2BC95947-1F99-B849-BC8E-855BE183B649}" srcOrd="0" destOrd="0" presId="urn:microsoft.com/office/officeart/2016/7/layout/HexagonTimeline"/>
    <dgm:cxn modelId="{E49B9894-0973-CD40-BFC0-1247A8DB3C59}" type="presOf" srcId="{52CA635C-C367-4EA7-96A1-BC11D0B625D0}" destId="{C4A3ECA4-B216-1740-9F45-4D85BC8C89C6}" srcOrd="0" destOrd="0" presId="urn:microsoft.com/office/officeart/2016/7/layout/HexagonTimeline"/>
    <dgm:cxn modelId="{5008EF95-7085-B442-9D47-D5C4B73C9789}" type="presOf" srcId="{FE89412A-F46F-4B69-AE28-EC06F5C0F20C}" destId="{03D34297-3B9D-CA43-A092-ADD0FAF8D8D7}" srcOrd="0" destOrd="0" presId="urn:microsoft.com/office/officeart/2016/7/layout/HexagonTimeline"/>
    <dgm:cxn modelId="{83F52F97-AC6A-A646-A4C8-2AF7F8E3F8B2}" type="presOf" srcId="{2CB902D6-C0E4-40CF-B1C6-4589500008EC}" destId="{87C21E65-76CC-2F41-9F85-5902788FECC8}" srcOrd="0" destOrd="0" presId="urn:microsoft.com/office/officeart/2016/7/layout/HexagonTimeline"/>
    <dgm:cxn modelId="{F058959C-BB75-4990-B647-203BC4640E98}" srcId="{02ADF505-F8C6-4AF0-9C34-3D56A6611812}" destId="{1BF6C1FF-7EC3-4303-B0A1-34F0803ECF81}" srcOrd="0" destOrd="0" parTransId="{60126388-82AB-46B6-A9AA-BD0AB1BC3B8D}" sibTransId="{17B098D9-DD3D-469D-A83B-130F2E0DDF27}"/>
    <dgm:cxn modelId="{4CD7A0A6-3C7E-6A42-8351-18AD2D4EEF8F}" type="presOf" srcId="{568DA1BF-F3E5-43E8-BCDB-7B2E3C12E552}" destId="{EDE6C942-6241-A34A-BDDD-A7C56DBB0E87}" srcOrd="0" destOrd="0" presId="urn:microsoft.com/office/officeart/2016/7/layout/HexagonTimeline"/>
    <dgm:cxn modelId="{C816EAB3-9240-BD45-839C-E97F4166E4F2}" type="presOf" srcId="{F1229F41-E7D6-43CF-B56A-A6E14179E7B3}" destId="{07B60CA8-8A66-B646-BE10-8A1A84B19868}" srcOrd="0" destOrd="0" presId="urn:microsoft.com/office/officeart/2016/7/layout/HexagonTimeline"/>
    <dgm:cxn modelId="{853250C6-3F27-4722-9691-1473DA282471}" srcId="{BBB0BA95-9E5C-4FF9-BB70-3D2BA88CE94C}" destId="{70998D76-B250-4A83-B78E-17A1C1E8BF57}" srcOrd="0" destOrd="0" parTransId="{714577AC-63CA-41FD-BCD5-FB77971F99A8}" sibTransId="{DD7FE95B-F85B-469E-B2E2-3C84A21F848F}"/>
    <dgm:cxn modelId="{F688CFC6-1F68-6C40-84EE-7CC7CD1BDC59}" type="presOf" srcId="{66CC96D4-D8D9-4AD7-8D65-04317A0369B4}" destId="{DC935766-DC96-AA4D-9AC9-50080F91C001}" srcOrd="0" destOrd="0" presId="urn:microsoft.com/office/officeart/2016/7/layout/HexagonTimeline"/>
    <dgm:cxn modelId="{087874D3-6ED7-4B5C-8A12-F63BE639C630}" srcId="{02ADF505-F8C6-4AF0-9C34-3D56A6611812}" destId="{52CA635C-C367-4EA7-96A1-BC11D0B625D0}" srcOrd="5" destOrd="0" parTransId="{B3F5FFCF-7BA1-433D-861C-BE794A053B21}" sibTransId="{A6A8BFCB-B511-493B-A90C-F83CEC0348C2}"/>
    <dgm:cxn modelId="{D6DCA9D9-DDDA-DB46-890C-C77CED1CE2FE}" type="presOf" srcId="{AF8D4D29-6946-40A8-934B-0BB52EC87F38}" destId="{94D5982E-B713-1A49-B2EA-607EBF41A0A1}" srcOrd="0" destOrd="0" presId="urn:microsoft.com/office/officeart/2016/7/layout/HexagonTimeline"/>
    <dgm:cxn modelId="{9CE4A1E1-F54C-44E6-B2A1-7954B9749E8A}" srcId="{AF8D4D29-6946-40A8-934B-0BB52EC87F38}" destId="{F1229F41-E7D6-43CF-B56A-A6E14179E7B3}" srcOrd="0" destOrd="0" parTransId="{D79D0712-DA56-40AE-9F7C-CB997EABD777}" sibTransId="{D99242DC-F9D2-4FF2-980F-7091879ACAC6}"/>
    <dgm:cxn modelId="{725018E5-0C09-904A-8C70-B6010E4C98C1}" type="presOf" srcId="{BBB0BA95-9E5C-4FF9-BB70-3D2BA88CE94C}" destId="{7633BC69-1ECB-F142-BCBD-1146FE4FFD2D}" srcOrd="0" destOrd="0" presId="urn:microsoft.com/office/officeart/2016/7/layout/HexagonTimeline"/>
    <dgm:cxn modelId="{41C051F0-722E-9447-ABA5-157F16CB8A0B}" type="presOf" srcId="{1BF6C1FF-7EC3-4303-B0A1-34F0803ECF81}" destId="{42369321-371C-8045-9A0B-0395F7B6B813}" srcOrd="0" destOrd="0" presId="urn:microsoft.com/office/officeart/2016/7/layout/HexagonTimeline"/>
    <dgm:cxn modelId="{03DAD80C-F717-144F-BC13-7C2E36E8F1B1}" type="presParOf" srcId="{2BC95947-1F99-B849-BC8E-855BE183B649}" destId="{C71AB1EA-50F1-A745-A5A3-28913D0D44C8}" srcOrd="0" destOrd="0" presId="urn:microsoft.com/office/officeart/2016/7/layout/HexagonTimeline"/>
    <dgm:cxn modelId="{CA14A5FA-3369-D24F-BDB5-E80460B0E899}" type="presParOf" srcId="{C71AB1EA-50F1-A745-A5A3-28913D0D44C8}" destId="{42369321-371C-8045-9A0B-0395F7B6B813}" srcOrd="0" destOrd="0" presId="urn:microsoft.com/office/officeart/2016/7/layout/HexagonTimeline"/>
    <dgm:cxn modelId="{01859C09-1254-6740-AB3F-23271CCC5905}" type="presParOf" srcId="{C71AB1EA-50F1-A745-A5A3-28913D0D44C8}" destId="{39D90537-7ABA-C042-9EDA-FE9F85F4E441}" srcOrd="1" destOrd="0" presId="urn:microsoft.com/office/officeart/2016/7/layout/HexagonTimeline"/>
    <dgm:cxn modelId="{1297C342-2899-1E42-879D-7576748CF436}" type="presParOf" srcId="{C71AB1EA-50F1-A745-A5A3-28913D0D44C8}" destId="{7C09B81C-9215-AC4E-95D6-6ED22D0C62B0}" srcOrd="2" destOrd="0" presId="urn:microsoft.com/office/officeart/2016/7/layout/HexagonTimeline"/>
    <dgm:cxn modelId="{34EDB3E6-DA2C-D244-A8E6-21ECC3FA43C8}" type="presParOf" srcId="{C71AB1EA-50F1-A745-A5A3-28913D0D44C8}" destId="{F02FCC63-C65F-744D-92E2-CB82D8CBEF4A}" srcOrd="3" destOrd="0" presId="urn:microsoft.com/office/officeart/2016/7/layout/HexagonTimeline"/>
    <dgm:cxn modelId="{1C01064F-C9F8-A54D-BC17-ABC1F7C02C13}" type="presParOf" srcId="{C71AB1EA-50F1-A745-A5A3-28913D0D44C8}" destId="{B4A493EA-50F3-1C49-ADBD-04851FDA916C}" srcOrd="4" destOrd="0" presId="urn:microsoft.com/office/officeart/2016/7/layout/HexagonTimeline"/>
    <dgm:cxn modelId="{ECEDFF8C-4E7A-3044-B204-D6E2F1091234}" type="presParOf" srcId="{2BC95947-1F99-B849-BC8E-855BE183B649}" destId="{3671ED42-507D-D545-BD2B-77D474FCBA0D}" srcOrd="1" destOrd="0" presId="urn:microsoft.com/office/officeart/2016/7/layout/HexagonTimeline"/>
    <dgm:cxn modelId="{BAC28A33-5893-AA48-9881-5FB0BAB53744}" type="presParOf" srcId="{2BC95947-1F99-B849-BC8E-855BE183B649}" destId="{422B7015-25D2-7744-8CAD-F90E1C934DF3}" srcOrd="2" destOrd="0" presId="urn:microsoft.com/office/officeart/2016/7/layout/HexagonTimeline"/>
    <dgm:cxn modelId="{AADE69A8-4889-FE43-92B2-95087F1C0476}" type="presParOf" srcId="{422B7015-25D2-7744-8CAD-F90E1C934DF3}" destId="{94D5982E-B713-1A49-B2EA-607EBF41A0A1}" srcOrd="0" destOrd="0" presId="urn:microsoft.com/office/officeart/2016/7/layout/HexagonTimeline"/>
    <dgm:cxn modelId="{085B402E-2D4F-D042-82B7-74BC97CB6D77}" type="presParOf" srcId="{422B7015-25D2-7744-8CAD-F90E1C934DF3}" destId="{07B60CA8-8A66-B646-BE10-8A1A84B19868}" srcOrd="1" destOrd="0" presId="urn:microsoft.com/office/officeart/2016/7/layout/HexagonTimeline"/>
    <dgm:cxn modelId="{48579EAF-BCB7-C741-853E-4CC08CC2B31D}" type="presParOf" srcId="{422B7015-25D2-7744-8CAD-F90E1C934DF3}" destId="{59FD28D9-8340-2C43-AFA7-D23E115C6DB1}" srcOrd="2" destOrd="0" presId="urn:microsoft.com/office/officeart/2016/7/layout/HexagonTimeline"/>
    <dgm:cxn modelId="{7E533A66-E29C-B540-8261-A2F4281AC6F2}" type="presParOf" srcId="{422B7015-25D2-7744-8CAD-F90E1C934DF3}" destId="{54A61FE5-198C-0C45-86E8-015C6487E273}" srcOrd="3" destOrd="0" presId="urn:microsoft.com/office/officeart/2016/7/layout/HexagonTimeline"/>
    <dgm:cxn modelId="{BEA1728F-512E-EA48-8C38-D9F9AD4B2ACE}" type="presParOf" srcId="{422B7015-25D2-7744-8CAD-F90E1C934DF3}" destId="{EE16B4E1-8646-6741-91C1-3DE3EF3913F5}" srcOrd="4" destOrd="0" presId="urn:microsoft.com/office/officeart/2016/7/layout/HexagonTimeline"/>
    <dgm:cxn modelId="{91B1FC1E-4EB8-5441-A445-8D1F722AF47C}" type="presParOf" srcId="{2BC95947-1F99-B849-BC8E-855BE183B649}" destId="{D6916BE4-5425-3748-BE94-C598AE66A986}" srcOrd="3" destOrd="0" presId="urn:microsoft.com/office/officeart/2016/7/layout/HexagonTimeline"/>
    <dgm:cxn modelId="{AE874757-4952-D54A-9135-D78052A72341}" type="presParOf" srcId="{2BC95947-1F99-B849-BC8E-855BE183B649}" destId="{6F7739AD-AEB2-404D-9549-31A0E876A98E}" srcOrd="4" destOrd="0" presId="urn:microsoft.com/office/officeart/2016/7/layout/HexagonTimeline"/>
    <dgm:cxn modelId="{C87DDDB0-544E-CA4D-9AB2-4A4E9341AC49}" type="presParOf" srcId="{6F7739AD-AEB2-404D-9549-31A0E876A98E}" destId="{6E6F4372-DC49-D144-AA06-87D33082DDEC}" srcOrd="0" destOrd="0" presId="urn:microsoft.com/office/officeart/2016/7/layout/HexagonTimeline"/>
    <dgm:cxn modelId="{7623AE6D-477A-3742-81E1-296461BEE15F}" type="presParOf" srcId="{6F7739AD-AEB2-404D-9549-31A0E876A98E}" destId="{87C21E65-76CC-2F41-9F85-5902788FECC8}" srcOrd="1" destOrd="0" presId="urn:microsoft.com/office/officeart/2016/7/layout/HexagonTimeline"/>
    <dgm:cxn modelId="{E7A79F90-0E01-8347-A4BB-E2405C3AEC91}" type="presParOf" srcId="{6F7739AD-AEB2-404D-9549-31A0E876A98E}" destId="{3159AB2A-52E6-744B-83F0-B78323C7F57B}" srcOrd="2" destOrd="0" presId="urn:microsoft.com/office/officeart/2016/7/layout/HexagonTimeline"/>
    <dgm:cxn modelId="{7407B52D-94D5-8242-81E9-840B94BBE842}" type="presParOf" srcId="{6F7739AD-AEB2-404D-9549-31A0E876A98E}" destId="{A28CA8C7-BCF7-A14D-A62B-F31ED6108168}" srcOrd="3" destOrd="0" presId="urn:microsoft.com/office/officeart/2016/7/layout/HexagonTimeline"/>
    <dgm:cxn modelId="{C94DE82F-C346-744C-A6D7-413EBE3B317C}" type="presParOf" srcId="{6F7739AD-AEB2-404D-9549-31A0E876A98E}" destId="{18D01CE5-D1C8-6C41-A7F3-CE8A3E1CFCEB}" srcOrd="4" destOrd="0" presId="urn:microsoft.com/office/officeart/2016/7/layout/HexagonTimeline"/>
    <dgm:cxn modelId="{E86F8C49-01DC-8545-8AF7-153A917A2828}" type="presParOf" srcId="{2BC95947-1F99-B849-BC8E-855BE183B649}" destId="{18D184B0-A529-1C4F-B601-6A43520E9803}" srcOrd="5" destOrd="0" presId="urn:microsoft.com/office/officeart/2016/7/layout/HexagonTimeline"/>
    <dgm:cxn modelId="{E0A07FCD-95C4-FE47-877E-3345E98B1EDB}" type="presParOf" srcId="{2BC95947-1F99-B849-BC8E-855BE183B649}" destId="{52D91C65-4B43-E34F-9547-8F14AC575875}" srcOrd="6" destOrd="0" presId="urn:microsoft.com/office/officeart/2016/7/layout/HexagonTimeline"/>
    <dgm:cxn modelId="{600BF1E3-D240-5E42-8999-E50F8AF30B2D}" type="presParOf" srcId="{52D91C65-4B43-E34F-9547-8F14AC575875}" destId="{DC935766-DC96-AA4D-9AC9-50080F91C001}" srcOrd="0" destOrd="0" presId="urn:microsoft.com/office/officeart/2016/7/layout/HexagonTimeline"/>
    <dgm:cxn modelId="{62B1059F-5478-7B4E-AAAF-BB12CDF2A9BF}" type="presParOf" srcId="{52D91C65-4B43-E34F-9547-8F14AC575875}" destId="{EFCF1CEE-1077-994F-A51C-12606AF28AAE}" srcOrd="1" destOrd="0" presId="urn:microsoft.com/office/officeart/2016/7/layout/HexagonTimeline"/>
    <dgm:cxn modelId="{73B654CE-CCE6-4847-8764-4BD6F3399A23}" type="presParOf" srcId="{52D91C65-4B43-E34F-9547-8F14AC575875}" destId="{5ED1BF1B-7AA6-4D40-ABCA-48AAB63E7C58}" srcOrd="2" destOrd="0" presId="urn:microsoft.com/office/officeart/2016/7/layout/HexagonTimeline"/>
    <dgm:cxn modelId="{D2EFE600-2DBE-B043-AED8-32ECD58B46D9}" type="presParOf" srcId="{52D91C65-4B43-E34F-9547-8F14AC575875}" destId="{843058A0-EE6F-494B-9B1A-B30D162BA3F2}" srcOrd="3" destOrd="0" presId="urn:microsoft.com/office/officeart/2016/7/layout/HexagonTimeline"/>
    <dgm:cxn modelId="{249A5049-AF7F-4B47-BC66-6D20B812B349}" type="presParOf" srcId="{52D91C65-4B43-E34F-9547-8F14AC575875}" destId="{2CFB9742-6DC7-BE46-BEEC-674BAF1A8D90}" srcOrd="4" destOrd="0" presId="urn:microsoft.com/office/officeart/2016/7/layout/HexagonTimeline"/>
    <dgm:cxn modelId="{4A7D3888-572F-3D43-A601-FABB58A6AB0F}" type="presParOf" srcId="{2BC95947-1F99-B849-BC8E-855BE183B649}" destId="{5F0715CD-4C33-8E4E-8B7E-029139B8F3E4}" srcOrd="7" destOrd="0" presId="urn:microsoft.com/office/officeart/2016/7/layout/HexagonTimeline"/>
    <dgm:cxn modelId="{E91B9FD4-EEEA-CC47-BE7A-CF64DF585B4B}" type="presParOf" srcId="{2BC95947-1F99-B849-BC8E-855BE183B649}" destId="{F60468B0-B6A4-224F-9C10-A4218D6687CD}" srcOrd="8" destOrd="0" presId="urn:microsoft.com/office/officeart/2016/7/layout/HexagonTimeline"/>
    <dgm:cxn modelId="{4FCB180A-D8F9-4246-BD11-54AD7BC5F5D0}" type="presParOf" srcId="{F60468B0-B6A4-224F-9C10-A4218D6687CD}" destId="{EDE6C942-6241-A34A-BDDD-A7C56DBB0E87}" srcOrd="0" destOrd="0" presId="urn:microsoft.com/office/officeart/2016/7/layout/HexagonTimeline"/>
    <dgm:cxn modelId="{C859402F-EED3-244D-9434-FC2C6C7BBCA8}" type="presParOf" srcId="{F60468B0-B6A4-224F-9C10-A4218D6687CD}" destId="{7A716104-C1B5-A440-A220-F149EE8659D3}" srcOrd="1" destOrd="0" presId="urn:microsoft.com/office/officeart/2016/7/layout/HexagonTimeline"/>
    <dgm:cxn modelId="{19180492-3682-EC49-9BE7-EF0B6500399F}" type="presParOf" srcId="{F60468B0-B6A4-224F-9C10-A4218D6687CD}" destId="{D7DC1DB6-6FB7-5843-97EA-82C9B5158807}" srcOrd="2" destOrd="0" presId="urn:microsoft.com/office/officeart/2016/7/layout/HexagonTimeline"/>
    <dgm:cxn modelId="{13C63A90-4139-E942-90DE-63908718EFA1}" type="presParOf" srcId="{F60468B0-B6A4-224F-9C10-A4218D6687CD}" destId="{22027476-9033-E141-8A54-FABED71E4E52}" srcOrd="3" destOrd="0" presId="urn:microsoft.com/office/officeart/2016/7/layout/HexagonTimeline"/>
    <dgm:cxn modelId="{5EC2D7FE-7E80-764E-ADE9-A638919E88D9}" type="presParOf" srcId="{F60468B0-B6A4-224F-9C10-A4218D6687CD}" destId="{C6381742-A960-0547-BAC9-722F9308E54D}" srcOrd="4" destOrd="0" presId="urn:microsoft.com/office/officeart/2016/7/layout/HexagonTimeline"/>
    <dgm:cxn modelId="{C4EBE8F7-03B2-E647-A8C5-849756AB01E4}" type="presParOf" srcId="{2BC95947-1F99-B849-BC8E-855BE183B649}" destId="{26EA00AD-2F24-7D49-9F4B-90C3BF94EFC5}" srcOrd="9" destOrd="0" presId="urn:microsoft.com/office/officeart/2016/7/layout/HexagonTimeline"/>
    <dgm:cxn modelId="{E45D847C-A360-AA47-A248-99679F33D2B3}" type="presParOf" srcId="{2BC95947-1F99-B849-BC8E-855BE183B649}" destId="{6043277D-36A5-EC48-9543-7186B3879DCC}" srcOrd="10" destOrd="0" presId="urn:microsoft.com/office/officeart/2016/7/layout/HexagonTimeline"/>
    <dgm:cxn modelId="{B68B36BF-4A5E-2449-8162-89850E52FA07}" type="presParOf" srcId="{6043277D-36A5-EC48-9543-7186B3879DCC}" destId="{C4A3ECA4-B216-1740-9F45-4D85BC8C89C6}" srcOrd="0" destOrd="0" presId="urn:microsoft.com/office/officeart/2016/7/layout/HexagonTimeline"/>
    <dgm:cxn modelId="{1DA11FA3-2C27-7744-8869-B8D2473149BD}" type="presParOf" srcId="{6043277D-36A5-EC48-9543-7186B3879DCC}" destId="{03D34297-3B9D-CA43-A092-ADD0FAF8D8D7}" srcOrd="1" destOrd="0" presId="urn:microsoft.com/office/officeart/2016/7/layout/HexagonTimeline"/>
    <dgm:cxn modelId="{A739D3A2-2224-F745-81D0-919376BC0B47}" type="presParOf" srcId="{6043277D-36A5-EC48-9543-7186B3879DCC}" destId="{DF5ED35C-2E9D-A240-BEEC-AFF5DBC9D560}" srcOrd="2" destOrd="0" presId="urn:microsoft.com/office/officeart/2016/7/layout/HexagonTimeline"/>
    <dgm:cxn modelId="{D06145B1-7D57-0E4C-AA9C-FA404BB42014}" type="presParOf" srcId="{6043277D-36A5-EC48-9543-7186B3879DCC}" destId="{C44D9637-1C5E-8841-B575-E40028E90F1D}" srcOrd="3" destOrd="0" presId="urn:microsoft.com/office/officeart/2016/7/layout/HexagonTimeline"/>
    <dgm:cxn modelId="{35B68EA4-D1D0-514F-A614-5E864726FA7F}" type="presParOf" srcId="{6043277D-36A5-EC48-9543-7186B3879DCC}" destId="{FC0A63B6-BF17-2345-815E-51D54B5A7A6F}" srcOrd="4" destOrd="0" presId="urn:microsoft.com/office/officeart/2016/7/layout/HexagonTimeline"/>
    <dgm:cxn modelId="{7BDB0B44-1D14-DA47-A112-34E53E4F7384}" type="presParOf" srcId="{2BC95947-1F99-B849-BC8E-855BE183B649}" destId="{74B05F18-C921-2340-A1BE-86ED07452E89}" srcOrd="11" destOrd="0" presId="urn:microsoft.com/office/officeart/2016/7/layout/HexagonTimeline"/>
    <dgm:cxn modelId="{873AC57C-5AAF-F740-AC9D-9C29D6C77411}" type="presParOf" srcId="{2BC95947-1F99-B849-BC8E-855BE183B649}" destId="{885436A8-6519-EF40-8F8E-4A5A8EF85DD6}" srcOrd="12" destOrd="0" presId="urn:microsoft.com/office/officeart/2016/7/layout/HexagonTimeline"/>
    <dgm:cxn modelId="{3422D431-04C6-8A45-B2BB-483C1B4809BE}" type="presParOf" srcId="{885436A8-6519-EF40-8F8E-4A5A8EF85DD6}" destId="{774A0453-A2DE-4D46-898E-1CC8D9B3C62F}" srcOrd="0" destOrd="0" presId="urn:microsoft.com/office/officeart/2016/7/layout/HexagonTimeline"/>
    <dgm:cxn modelId="{75CD6DF9-B4E2-6542-A2F6-570B5B782FDA}" type="presParOf" srcId="{885436A8-6519-EF40-8F8E-4A5A8EF85DD6}" destId="{7B2DFE3F-9A9A-EA4E-AED8-EBD8D4308208}" srcOrd="1" destOrd="0" presId="urn:microsoft.com/office/officeart/2016/7/layout/HexagonTimeline"/>
    <dgm:cxn modelId="{4CDF5CEE-E083-E045-B9C1-2CD396ECC5D5}" type="presParOf" srcId="{885436A8-6519-EF40-8F8E-4A5A8EF85DD6}" destId="{C1E5087E-10EB-7A43-8D0A-A8498E1B257D}" srcOrd="2" destOrd="0" presId="urn:microsoft.com/office/officeart/2016/7/layout/HexagonTimeline"/>
    <dgm:cxn modelId="{F576D337-6B75-BA45-8A50-5CD6A0569192}" type="presParOf" srcId="{885436A8-6519-EF40-8F8E-4A5A8EF85DD6}" destId="{50537759-8123-8D4E-BDAD-5A0C9AB55120}" srcOrd="3" destOrd="0" presId="urn:microsoft.com/office/officeart/2016/7/layout/HexagonTimeline"/>
    <dgm:cxn modelId="{8D1FFC44-4775-2D40-8DB1-734BEF904510}" type="presParOf" srcId="{885436A8-6519-EF40-8F8E-4A5A8EF85DD6}" destId="{A8B9E154-E105-E44C-8DF8-A26741C2583A}" srcOrd="4" destOrd="0" presId="urn:microsoft.com/office/officeart/2016/7/layout/HexagonTimeline"/>
    <dgm:cxn modelId="{8AA64ACA-737E-5D4A-A3CB-5E230090D0CB}" type="presParOf" srcId="{2BC95947-1F99-B849-BC8E-855BE183B649}" destId="{447E4E25-CDBD-E44B-B3BE-6C33B439EDE7}" srcOrd="13" destOrd="0" presId="urn:microsoft.com/office/officeart/2016/7/layout/HexagonTimeline"/>
    <dgm:cxn modelId="{B5284EE2-CCAC-7C4E-AA4A-6C321EE4851C}" type="presParOf" srcId="{2BC95947-1F99-B849-BC8E-855BE183B649}" destId="{F4FD6CE7-9FD0-E64C-BEB2-BDBCD0D7ACE7}" srcOrd="14" destOrd="0" presId="urn:microsoft.com/office/officeart/2016/7/layout/HexagonTimeline"/>
    <dgm:cxn modelId="{AA877977-8FA0-2245-AB35-D10810FE306F}" type="presParOf" srcId="{F4FD6CE7-9FD0-E64C-BEB2-BDBCD0D7ACE7}" destId="{7633BC69-1ECB-F142-BCBD-1146FE4FFD2D}" srcOrd="0" destOrd="0" presId="urn:microsoft.com/office/officeart/2016/7/layout/HexagonTimeline"/>
    <dgm:cxn modelId="{300FAF4D-DF0B-C14F-8872-1E6E6CA24B93}" type="presParOf" srcId="{F4FD6CE7-9FD0-E64C-BEB2-BDBCD0D7ACE7}" destId="{82333F28-A04E-FD4B-8090-3099AE2CD00E}" srcOrd="1" destOrd="0" presId="urn:microsoft.com/office/officeart/2016/7/layout/HexagonTimeline"/>
    <dgm:cxn modelId="{59408B92-9AAC-B040-B7E5-9536F2BDAB2F}" type="presParOf" srcId="{F4FD6CE7-9FD0-E64C-BEB2-BDBCD0D7ACE7}" destId="{A975E397-382C-A545-8834-098789337BE5}" srcOrd="2" destOrd="0" presId="urn:microsoft.com/office/officeart/2016/7/layout/HexagonTimeline"/>
    <dgm:cxn modelId="{B2AE6D29-6A05-9A4B-A436-D007CF595D78}" type="presParOf" srcId="{F4FD6CE7-9FD0-E64C-BEB2-BDBCD0D7ACE7}" destId="{1652A264-2ABF-5F4E-A3EE-BCB64AC3C844}" srcOrd="3" destOrd="0" presId="urn:microsoft.com/office/officeart/2016/7/layout/HexagonTimeline"/>
    <dgm:cxn modelId="{500E88C5-D7DE-494F-8C9F-ED5BE3DFE278}" type="presParOf" srcId="{F4FD6CE7-9FD0-E64C-BEB2-BDBCD0D7ACE7}" destId="{41E51044-88AE-0C4F-8C0A-0ACADE4C263E}" srcOrd="4" destOrd="0" presId="urn:microsoft.com/office/officeart/2016/7/layout/Hexago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6DF732-D8F1-4ADD-A411-AFE089FC830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8B92B8F-6A16-4B8D-A2EC-43FBB4B1AC45}">
      <dgm:prSet/>
      <dgm:spPr/>
      <dgm:t>
        <a:bodyPr/>
        <a:lstStyle/>
        <a:p>
          <a:r>
            <a:rPr lang="en-US"/>
            <a:t>Planning &amp; Proposal phase </a:t>
          </a:r>
        </a:p>
      </dgm:t>
    </dgm:pt>
    <dgm:pt modelId="{40392395-9129-416A-AA87-3360B4E9B338}" type="parTrans" cxnId="{9CB9BF3F-64AA-4B65-B458-B9C83F1B8396}">
      <dgm:prSet/>
      <dgm:spPr/>
      <dgm:t>
        <a:bodyPr/>
        <a:lstStyle/>
        <a:p>
          <a:endParaRPr lang="en-US"/>
        </a:p>
      </dgm:t>
    </dgm:pt>
    <dgm:pt modelId="{D77CC0C4-B401-4FB1-9230-FF25100149BC}" type="sibTrans" cxnId="{9CB9BF3F-64AA-4B65-B458-B9C83F1B8396}">
      <dgm:prSet/>
      <dgm:spPr/>
      <dgm:t>
        <a:bodyPr/>
        <a:lstStyle/>
        <a:p>
          <a:endParaRPr lang="en-US"/>
        </a:p>
      </dgm:t>
    </dgm:pt>
    <dgm:pt modelId="{4BA8A420-B77A-4829-A5BC-D533681E23BE}">
      <dgm:prSet/>
      <dgm:spPr/>
      <dgm:t>
        <a:bodyPr/>
        <a:lstStyle/>
        <a:p>
          <a:r>
            <a:rPr lang="en-US"/>
            <a:t>Most of CAD designs for structure and filter wheel </a:t>
          </a:r>
        </a:p>
      </dgm:t>
    </dgm:pt>
    <dgm:pt modelId="{81D31ADC-28CC-41CB-A3BA-51F54BC7869A}" type="parTrans" cxnId="{D2826341-DA1D-48D5-9EBA-021261CA651A}">
      <dgm:prSet/>
      <dgm:spPr/>
      <dgm:t>
        <a:bodyPr/>
        <a:lstStyle/>
        <a:p>
          <a:endParaRPr lang="en-US"/>
        </a:p>
      </dgm:t>
    </dgm:pt>
    <dgm:pt modelId="{780FE908-674E-4D86-B403-1F5886EED758}" type="sibTrans" cxnId="{D2826341-DA1D-48D5-9EBA-021261CA651A}">
      <dgm:prSet/>
      <dgm:spPr/>
      <dgm:t>
        <a:bodyPr/>
        <a:lstStyle/>
        <a:p>
          <a:endParaRPr lang="en-US"/>
        </a:p>
      </dgm:t>
    </dgm:pt>
    <dgm:pt modelId="{82CE945E-4D04-42A5-9881-B33285971ACF}">
      <dgm:prSet/>
      <dgm:spPr/>
      <dgm:t>
        <a:bodyPr/>
        <a:lstStyle/>
        <a:p>
          <a:r>
            <a:rPr lang="en-US"/>
            <a:t>Conceptual design for optics train and filter wheel </a:t>
          </a:r>
        </a:p>
      </dgm:t>
    </dgm:pt>
    <dgm:pt modelId="{160CCB4C-EA7C-4D3D-BC90-09D92FF324FD}" type="parTrans" cxnId="{D4D576D2-8635-4E8B-B202-F6404769BF61}">
      <dgm:prSet/>
      <dgm:spPr/>
      <dgm:t>
        <a:bodyPr/>
        <a:lstStyle/>
        <a:p>
          <a:endParaRPr lang="en-US"/>
        </a:p>
      </dgm:t>
    </dgm:pt>
    <dgm:pt modelId="{01B3B315-96BB-4F9C-A89B-110ED1790062}" type="sibTrans" cxnId="{D4D576D2-8635-4E8B-B202-F6404769BF61}">
      <dgm:prSet/>
      <dgm:spPr/>
      <dgm:t>
        <a:bodyPr/>
        <a:lstStyle/>
        <a:p>
          <a:endParaRPr lang="en-US"/>
        </a:p>
      </dgm:t>
    </dgm:pt>
    <dgm:pt modelId="{8E595D81-F5BD-48A2-AAE3-27018D7775BC}">
      <dgm:prSet/>
      <dgm:spPr/>
      <dgm:t>
        <a:bodyPr/>
        <a:lstStyle/>
        <a:p>
          <a:r>
            <a:rPr lang="en-US"/>
            <a:t>C</a:t>
          </a:r>
          <a:r>
            <a:rPr lang="en-US" b="0" i="0"/>
            <a:t>amera operational on Pi with working Camera class (auto/manual exposure, test suite).</a:t>
          </a:r>
          <a:endParaRPr lang="en-US"/>
        </a:p>
      </dgm:t>
    </dgm:pt>
    <dgm:pt modelId="{0D28AEBD-EA6B-4E53-8311-05FC673D4B92}" type="parTrans" cxnId="{998810E7-24CB-43E4-88F8-44BCD321754E}">
      <dgm:prSet/>
      <dgm:spPr/>
      <dgm:t>
        <a:bodyPr/>
        <a:lstStyle/>
        <a:p>
          <a:endParaRPr lang="en-US"/>
        </a:p>
      </dgm:t>
    </dgm:pt>
    <dgm:pt modelId="{E75508A0-111A-48F0-B42D-9641DB570610}" type="sibTrans" cxnId="{998810E7-24CB-43E4-88F8-44BCD321754E}">
      <dgm:prSet/>
      <dgm:spPr/>
      <dgm:t>
        <a:bodyPr/>
        <a:lstStyle/>
        <a:p>
          <a:endParaRPr lang="en-US"/>
        </a:p>
      </dgm:t>
    </dgm:pt>
    <dgm:pt modelId="{ED7EA6FC-88F8-4E1D-80D8-08E9B53AAB18}">
      <dgm:prSet/>
      <dgm:spPr/>
      <dgm:t>
        <a:bodyPr/>
        <a:lstStyle/>
        <a:p>
          <a:r>
            <a:rPr lang="en-US" b="0" i="0"/>
            <a:t>Designed 3D‑printed camera housing and filter‑wheel geometry for motor, filters, and sensor alignment.</a:t>
          </a:r>
          <a:endParaRPr lang="en-US"/>
        </a:p>
      </dgm:t>
    </dgm:pt>
    <dgm:pt modelId="{A888CE90-2F26-4762-B12E-90EA5AE079D3}" type="parTrans" cxnId="{ADC54C38-31E7-4913-A9EE-E7D59FC60BF0}">
      <dgm:prSet/>
      <dgm:spPr/>
      <dgm:t>
        <a:bodyPr/>
        <a:lstStyle/>
        <a:p>
          <a:endParaRPr lang="en-US"/>
        </a:p>
      </dgm:t>
    </dgm:pt>
    <dgm:pt modelId="{AF8D4E0B-C8B4-4263-B167-633F71B58B06}" type="sibTrans" cxnId="{ADC54C38-31E7-4913-A9EE-E7D59FC60BF0}">
      <dgm:prSet/>
      <dgm:spPr/>
      <dgm:t>
        <a:bodyPr/>
        <a:lstStyle/>
        <a:p>
          <a:endParaRPr lang="en-US"/>
        </a:p>
      </dgm:t>
    </dgm:pt>
    <dgm:pt modelId="{CE28BE98-8B8C-4FEF-8837-D25F1E4ABE0B}">
      <dgm:prSet/>
      <dgm:spPr/>
      <dgm:t>
        <a:bodyPr/>
        <a:lstStyle/>
        <a:p>
          <a:r>
            <a:rPr lang="en-US" b="0" i="0"/>
            <a:t>Planned stepper‑motor step sequences, filter positions, and button layout for navigation/shutter.</a:t>
          </a:r>
          <a:endParaRPr lang="en-US"/>
        </a:p>
      </dgm:t>
    </dgm:pt>
    <dgm:pt modelId="{52A174E8-4EFB-41AB-9264-4E248DA7FC62}" type="parTrans" cxnId="{9ED7944D-D58E-4A86-877B-C68847ED6194}">
      <dgm:prSet/>
      <dgm:spPr/>
      <dgm:t>
        <a:bodyPr/>
        <a:lstStyle/>
        <a:p>
          <a:endParaRPr lang="en-US"/>
        </a:p>
      </dgm:t>
    </dgm:pt>
    <dgm:pt modelId="{02BC2D77-14C2-48A1-A288-345D80C19318}" type="sibTrans" cxnId="{9ED7944D-D58E-4A86-877B-C68847ED6194}">
      <dgm:prSet/>
      <dgm:spPr/>
      <dgm:t>
        <a:bodyPr/>
        <a:lstStyle/>
        <a:p>
          <a:endParaRPr lang="en-US"/>
        </a:p>
      </dgm:t>
    </dgm:pt>
    <dgm:pt modelId="{71A87E2A-EEF1-428F-B2A8-84169542AF89}">
      <dgm:prSet/>
      <dgm:spPr/>
      <dgm:t>
        <a:bodyPr/>
        <a:lstStyle/>
        <a:p>
          <a:r>
            <a:rPr lang="en-US"/>
            <a:t>Remaining tasks:</a:t>
          </a:r>
        </a:p>
      </dgm:t>
    </dgm:pt>
    <dgm:pt modelId="{24329917-1D61-47EE-BC0D-139AC8C246DB}" type="parTrans" cxnId="{F8724D2F-08AD-4FF8-AA17-1E65F3E48BCE}">
      <dgm:prSet/>
      <dgm:spPr/>
      <dgm:t>
        <a:bodyPr/>
        <a:lstStyle/>
        <a:p>
          <a:endParaRPr lang="en-US"/>
        </a:p>
      </dgm:t>
    </dgm:pt>
    <dgm:pt modelId="{26D04309-5185-402F-8FC0-C73C9B24A157}" type="sibTrans" cxnId="{F8724D2F-08AD-4FF8-AA17-1E65F3E48BCE}">
      <dgm:prSet/>
      <dgm:spPr/>
      <dgm:t>
        <a:bodyPr/>
        <a:lstStyle/>
        <a:p>
          <a:endParaRPr lang="en-US"/>
        </a:p>
      </dgm:t>
    </dgm:pt>
    <dgm:pt modelId="{1FEA6CB7-DC45-43ED-AA15-CB8302CB1713}">
      <dgm:prSet/>
      <dgm:spPr/>
      <dgm:t>
        <a:bodyPr/>
        <a:lstStyle/>
        <a:p>
          <a:r>
            <a:rPr lang="en-US" b="0" i="0"/>
            <a:t>Finalize and print mechanical parts; assemble motor, sensors, and camera into enclosure.</a:t>
          </a:r>
          <a:endParaRPr lang="en-US"/>
        </a:p>
      </dgm:t>
    </dgm:pt>
    <dgm:pt modelId="{21C83CC2-BA3A-4585-B07D-66944891DDBA}" type="parTrans" cxnId="{9CD1B123-F3B9-4AEF-9920-D5FCD022D59D}">
      <dgm:prSet/>
      <dgm:spPr/>
      <dgm:t>
        <a:bodyPr/>
        <a:lstStyle/>
        <a:p>
          <a:endParaRPr lang="en-US"/>
        </a:p>
      </dgm:t>
    </dgm:pt>
    <dgm:pt modelId="{FB0D5164-C5CD-4B7F-A8DA-C65FE798379C}" type="sibTrans" cxnId="{9CD1B123-F3B9-4AEF-9920-D5FCD022D59D}">
      <dgm:prSet/>
      <dgm:spPr/>
      <dgm:t>
        <a:bodyPr/>
        <a:lstStyle/>
        <a:p>
          <a:endParaRPr lang="en-US"/>
        </a:p>
      </dgm:t>
    </dgm:pt>
    <dgm:pt modelId="{C13E1C38-35F4-4D65-B1D8-19421FDE8D5C}">
      <dgm:prSet/>
      <dgm:spPr/>
      <dgm:t>
        <a:bodyPr/>
        <a:lstStyle/>
        <a:p>
          <a:r>
            <a:rPr lang="en-US" b="0" i="0"/>
            <a:t>Implement stepper control for repeatable filter‑wheel positioning.</a:t>
          </a:r>
          <a:endParaRPr lang="en-US"/>
        </a:p>
      </dgm:t>
    </dgm:pt>
    <dgm:pt modelId="{A069E609-CD27-4AEA-98F0-8C375CBC4471}" type="parTrans" cxnId="{7F6AC982-A066-4A53-95D3-544C965DEC3F}">
      <dgm:prSet/>
      <dgm:spPr/>
      <dgm:t>
        <a:bodyPr/>
        <a:lstStyle/>
        <a:p>
          <a:endParaRPr lang="en-US"/>
        </a:p>
      </dgm:t>
    </dgm:pt>
    <dgm:pt modelId="{AD01B186-BC41-46B3-8675-C86DDA308DC7}" type="sibTrans" cxnId="{7F6AC982-A066-4A53-95D3-544C965DEC3F}">
      <dgm:prSet/>
      <dgm:spPr/>
      <dgm:t>
        <a:bodyPr/>
        <a:lstStyle/>
        <a:p>
          <a:endParaRPr lang="en-US"/>
        </a:p>
      </dgm:t>
    </dgm:pt>
    <dgm:pt modelId="{9C0C2771-450C-4151-B312-CFCD7F14B752}">
      <dgm:prSet/>
      <dgm:spPr/>
      <dgm:t>
        <a:bodyPr/>
        <a:lstStyle/>
        <a:p>
          <a:r>
            <a:rPr lang="en-US" b="0" i="0"/>
            <a:t>Wire light sensor, display, and buttons; build on‑device menu UI for modes and settings.</a:t>
          </a:r>
          <a:endParaRPr lang="en-US"/>
        </a:p>
      </dgm:t>
    </dgm:pt>
    <dgm:pt modelId="{AC2F249E-B4EF-453A-A1B9-6975159AFA96}" type="parTrans" cxnId="{CF894BB9-EE0B-49DF-9300-9A9E37E03DD5}">
      <dgm:prSet/>
      <dgm:spPr/>
      <dgm:t>
        <a:bodyPr/>
        <a:lstStyle/>
        <a:p>
          <a:endParaRPr lang="en-US"/>
        </a:p>
      </dgm:t>
    </dgm:pt>
    <dgm:pt modelId="{1606315D-E448-4FC7-B83D-7018D0CA76D6}" type="sibTrans" cxnId="{CF894BB9-EE0B-49DF-9300-9A9E37E03DD5}">
      <dgm:prSet/>
      <dgm:spPr/>
      <dgm:t>
        <a:bodyPr/>
        <a:lstStyle/>
        <a:p>
          <a:endParaRPr lang="en-US"/>
        </a:p>
      </dgm:t>
    </dgm:pt>
    <dgm:pt modelId="{B149DA9E-65A1-4E45-B219-37BBDC64C1B5}">
      <dgm:prSet/>
      <dgm:spPr/>
      <dgm:t>
        <a:bodyPr/>
        <a:lstStyle/>
        <a:p>
          <a:r>
            <a:rPr lang="en-US" b="0" i="0"/>
            <a:t>Implement multi‑filter capture, image stacking, and end‑to‑end demo with processed results.</a:t>
          </a:r>
          <a:endParaRPr lang="en-US"/>
        </a:p>
      </dgm:t>
    </dgm:pt>
    <dgm:pt modelId="{9B0D069C-5501-4358-99B6-4D21A70F4D09}" type="parTrans" cxnId="{079AB657-9FD0-4E4C-B398-7A047A68EE8D}">
      <dgm:prSet/>
      <dgm:spPr/>
      <dgm:t>
        <a:bodyPr/>
        <a:lstStyle/>
        <a:p>
          <a:endParaRPr lang="en-US"/>
        </a:p>
      </dgm:t>
    </dgm:pt>
    <dgm:pt modelId="{ECA88430-AF67-4566-B87E-51354B2755BE}" type="sibTrans" cxnId="{079AB657-9FD0-4E4C-B398-7A047A68EE8D}">
      <dgm:prSet/>
      <dgm:spPr/>
      <dgm:t>
        <a:bodyPr/>
        <a:lstStyle/>
        <a:p>
          <a:endParaRPr lang="en-US"/>
        </a:p>
      </dgm:t>
    </dgm:pt>
    <dgm:pt modelId="{9872EC72-8B37-494B-B9A8-095F82BE954C}" type="pres">
      <dgm:prSet presAssocID="{F96DF732-D8F1-4ADD-A411-AFE089FC830D}" presName="linear" presStyleCnt="0">
        <dgm:presLayoutVars>
          <dgm:animLvl val="lvl"/>
          <dgm:resizeHandles val="exact"/>
        </dgm:presLayoutVars>
      </dgm:prSet>
      <dgm:spPr/>
    </dgm:pt>
    <dgm:pt modelId="{13772011-7617-CF4F-8778-E212740A5EFF}" type="pres">
      <dgm:prSet presAssocID="{28B92B8F-6A16-4B8D-A2EC-43FBB4B1AC45}" presName="parentText" presStyleLbl="node1" presStyleIdx="0" presStyleCnt="11">
        <dgm:presLayoutVars>
          <dgm:chMax val="0"/>
          <dgm:bulletEnabled val="1"/>
        </dgm:presLayoutVars>
      </dgm:prSet>
      <dgm:spPr/>
    </dgm:pt>
    <dgm:pt modelId="{727D4293-2193-1443-ACDA-A81BE1FDDA4D}" type="pres">
      <dgm:prSet presAssocID="{D77CC0C4-B401-4FB1-9230-FF25100149BC}" presName="spacer" presStyleCnt="0"/>
      <dgm:spPr/>
    </dgm:pt>
    <dgm:pt modelId="{EA6244BD-16B1-0440-B299-B7B86D41AFAD}" type="pres">
      <dgm:prSet presAssocID="{4BA8A420-B77A-4829-A5BC-D533681E23BE}" presName="parentText" presStyleLbl="node1" presStyleIdx="1" presStyleCnt="11">
        <dgm:presLayoutVars>
          <dgm:chMax val="0"/>
          <dgm:bulletEnabled val="1"/>
        </dgm:presLayoutVars>
      </dgm:prSet>
      <dgm:spPr/>
    </dgm:pt>
    <dgm:pt modelId="{6F1F9DE6-1999-534C-A827-96AA83CE8CE2}" type="pres">
      <dgm:prSet presAssocID="{780FE908-674E-4D86-B403-1F5886EED758}" presName="spacer" presStyleCnt="0"/>
      <dgm:spPr/>
    </dgm:pt>
    <dgm:pt modelId="{6B27D542-A27E-C845-9939-34ACEFE58ED3}" type="pres">
      <dgm:prSet presAssocID="{82CE945E-4D04-42A5-9881-B33285971ACF}" presName="parentText" presStyleLbl="node1" presStyleIdx="2" presStyleCnt="11">
        <dgm:presLayoutVars>
          <dgm:chMax val="0"/>
          <dgm:bulletEnabled val="1"/>
        </dgm:presLayoutVars>
      </dgm:prSet>
      <dgm:spPr/>
    </dgm:pt>
    <dgm:pt modelId="{453A73CF-666C-A046-8A24-22130F3F3E63}" type="pres">
      <dgm:prSet presAssocID="{01B3B315-96BB-4F9C-A89B-110ED1790062}" presName="spacer" presStyleCnt="0"/>
      <dgm:spPr/>
    </dgm:pt>
    <dgm:pt modelId="{89E72A52-F7CC-8B48-8321-1D4D617DDD35}" type="pres">
      <dgm:prSet presAssocID="{8E595D81-F5BD-48A2-AAE3-27018D7775BC}" presName="parentText" presStyleLbl="node1" presStyleIdx="3" presStyleCnt="11">
        <dgm:presLayoutVars>
          <dgm:chMax val="0"/>
          <dgm:bulletEnabled val="1"/>
        </dgm:presLayoutVars>
      </dgm:prSet>
      <dgm:spPr/>
    </dgm:pt>
    <dgm:pt modelId="{D6EA9D4B-C9ED-634B-B61C-D7C977AD2F63}" type="pres">
      <dgm:prSet presAssocID="{E75508A0-111A-48F0-B42D-9641DB570610}" presName="spacer" presStyleCnt="0"/>
      <dgm:spPr/>
    </dgm:pt>
    <dgm:pt modelId="{79096AD1-B547-7049-A952-569F2EAB2D35}" type="pres">
      <dgm:prSet presAssocID="{ED7EA6FC-88F8-4E1D-80D8-08E9B53AAB18}" presName="parentText" presStyleLbl="node1" presStyleIdx="4" presStyleCnt="11">
        <dgm:presLayoutVars>
          <dgm:chMax val="0"/>
          <dgm:bulletEnabled val="1"/>
        </dgm:presLayoutVars>
      </dgm:prSet>
      <dgm:spPr/>
    </dgm:pt>
    <dgm:pt modelId="{BC7DCEC4-A2E1-1145-BE82-0767490E9ED4}" type="pres">
      <dgm:prSet presAssocID="{AF8D4E0B-C8B4-4263-B167-633F71B58B06}" presName="spacer" presStyleCnt="0"/>
      <dgm:spPr/>
    </dgm:pt>
    <dgm:pt modelId="{E90EF0ED-FE7E-1846-AB6A-C2E404B0E89A}" type="pres">
      <dgm:prSet presAssocID="{CE28BE98-8B8C-4FEF-8837-D25F1E4ABE0B}" presName="parentText" presStyleLbl="node1" presStyleIdx="5" presStyleCnt="11">
        <dgm:presLayoutVars>
          <dgm:chMax val="0"/>
          <dgm:bulletEnabled val="1"/>
        </dgm:presLayoutVars>
      </dgm:prSet>
      <dgm:spPr/>
    </dgm:pt>
    <dgm:pt modelId="{DEE995A2-D2A0-C240-B6CF-F95A76D53843}" type="pres">
      <dgm:prSet presAssocID="{02BC2D77-14C2-48A1-A288-345D80C19318}" presName="spacer" presStyleCnt="0"/>
      <dgm:spPr/>
    </dgm:pt>
    <dgm:pt modelId="{62F24995-9C07-B540-8A3A-8FA7ADAFC54C}" type="pres">
      <dgm:prSet presAssocID="{71A87E2A-EEF1-428F-B2A8-84169542AF89}" presName="parentText" presStyleLbl="node1" presStyleIdx="6" presStyleCnt="11">
        <dgm:presLayoutVars>
          <dgm:chMax val="0"/>
          <dgm:bulletEnabled val="1"/>
        </dgm:presLayoutVars>
      </dgm:prSet>
      <dgm:spPr/>
    </dgm:pt>
    <dgm:pt modelId="{8004DC90-7565-5541-8B1B-BF73686315CF}" type="pres">
      <dgm:prSet presAssocID="{26D04309-5185-402F-8FC0-C73C9B24A157}" presName="spacer" presStyleCnt="0"/>
      <dgm:spPr/>
    </dgm:pt>
    <dgm:pt modelId="{63E8F281-0125-EF42-857E-8F03F42D605A}" type="pres">
      <dgm:prSet presAssocID="{1FEA6CB7-DC45-43ED-AA15-CB8302CB1713}" presName="parentText" presStyleLbl="node1" presStyleIdx="7" presStyleCnt="11">
        <dgm:presLayoutVars>
          <dgm:chMax val="0"/>
          <dgm:bulletEnabled val="1"/>
        </dgm:presLayoutVars>
      </dgm:prSet>
      <dgm:spPr/>
    </dgm:pt>
    <dgm:pt modelId="{C8DFB543-3557-BA4C-9AEC-2CA9C3E20818}" type="pres">
      <dgm:prSet presAssocID="{FB0D5164-C5CD-4B7F-A8DA-C65FE798379C}" presName="spacer" presStyleCnt="0"/>
      <dgm:spPr/>
    </dgm:pt>
    <dgm:pt modelId="{06BD10E7-ADAC-3C46-BBF9-864B78BA0FEC}" type="pres">
      <dgm:prSet presAssocID="{C13E1C38-35F4-4D65-B1D8-19421FDE8D5C}" presName="parentText" presStyleLbl="node1" presStyleIdx="8" presStyleCnt="11">
        <dgm:presLayoutVars>
          <dgm:chMax val="0"/>
          <dgm:bulletEnabled val="1"/>
        </dgm:presLayoutVars>
      </dgm:prSet>
      <dgm:spPr/>
    </dgm:pt>
    <dgm:pt modelId="{05C7F997-D970-6F4A-BDBE-3FB6BCA16A35}" type="pres">
      <dgm:prSet presAssocID="{AD01B186-BC41-46B3-8675-C86DDA308DC7}" presName="spacer" presStyleCnt="0"/>
      <dgm:spPr/>
    </dgm:pt>
    <dgm:pt modelId="{A9A21AC7-AB91-884D-977D-2000249493A2}" type="pres">
      <dgm:prSet presAssocID="{9C0C2771-450C-4151-B312-CFCD7F14B752}" presName="parentText" presStyleLbl="node1" presStyleIdx="9" presStyleCnt="11">
        <dgm:presLayoutVars>
          <dgm:chMax val="0"/>
          <dgm:bulletEnabled val="1"/>
        </dgm:presLayoutVars>
      </dgm:prSet>
      <dgm:spPr/>
    </dgm:pt>
    <dgm:pt modelId="{C10DA58D-4D97-CD44-96EE-59B97A7E58F9}" type="pres">
      <dgm:prSet presAssocID="{1606315D-E448-4FC7-B83D-7018D0CA76D6}" presName="spacer" presStyleCnt="0"/>
      <dgm:spPr/>
    </dgm:pt>
    <dgm:pt modelId="{32A0D5B1-8FBE-4F49-9AD4-33B508CDF9A4}" type="pres">
      <dgm:prSet presAssocID="{B149DA9E-65A1-4E45-B219-37BBDC64C1B5}" presName="parentText" presStyleLbl="node1" presStyleIdx="10" presStyleCnt="11">
        <dgm:presLayoutVars>
          <dgm:chMax val="0"/>
          <dgm:bulletEnabled val="1"/>
        </dgm:presLayoutVars>
      </dgm:prSet>
      <dgm:spPr/>
    </dgm:pt>
  </dgm:ptLst>
  <dgm:cxnLst>
    <dgm:cxn modelId="{65F45F21-78BA-8F4E-B13F-611266A0B803}" type="presOf" srcId="{C13E1C38-35F4-4D65-B1D8-19421FDE8D5C}" destId="{06BD10E7-ADAC-3C46-BBF9-864B78BA0FEC}" srcOrd="0" destOrd="0" presId="urn:microsoft.com/office/officeart/2005/8/layout/vList2"/>
    <dgm:cxn modelId="{9CD1B123-F3B9-4AEF-9920-D5FCD022D59D}" srcId="{F96DF732-D8F1-4ADD-A411-AFE089FC830D}" destId="{1FEA6CB7-DC45-43ED-AA15-CB8302CB1713}" srcOrd="7" destOrd="0" parTransId="{21C83CC2-BA3A-4585-B07D-66944891DDBA}" sibTransId="{FB0D5164-C5CD-4B7F-A8DA-C65FE798379C}"/>
    <dgm:cxn modelId="{DC285627-2953-4644-BBB6-8F8B24D2822B}" type="presOf" srcId="{ED7EA6FC-88F8-4E1D-80D8-08E9B53AAB18}" destId="{79096AD1-B547-7049-A952-569F2EAB2D35}" srcOrd="0" destOrd="0" presId="urn:microsoft.com/office/officeart/2005/8/layout/vList2"/>
    <dgm:cxn modelId="{E3787F2E-921A-3846-A36C-0B3437F0ED0D}" type="presOf" srcId="{9C0C2771-450C-4151-B312-CFCD7F14B752}" destId="{A9A21AC7-AB91-884D-977D-2000249493A2}" srcOrd="0" destOrd="0" presId="urn:microsoft.com/office/officeart/2005/8/layout/vList2"/>
    <dgm:cxn modelId="{F8724D2F-08AD-4FF8-AA17-1E65F3E48BCE}" srcId="{F96DF732-D8F1-4ADD-A411-AFE089FC830D}" destId="{71A87E2A-EEF1-428F-B2A8-84169542AF89}" srcOrd="6" destOrd="0" parTransId="{24329917-1D61-47EE-BC0D-139AC8C246DB}" sibTransId="{26D04309-5185-402F-8FC0-C73C9B24A157}"/>
    <dgm:cxn modelId="{ADC54C38-31E7-4913-A9EE-E7D59FC60BF0}" srcId="{F96DF732-D8F1-4ADD-A411-AFE089FC830D}" destId="{ED7EA6FC-88F8-4E1D-80D8-08E9B53AAB18}" srcOrd="4" destOrd="0" parTransId="{A888CE90-2F26-4762-B12E-90EA5AE079D3}" sibTransId="{AF8D4E0B-C8B4-4263-B167-633F71B58B06}"/>
    <dgm:cxn modelId="{E051F83C-0899-504A-8C0B-3B84AA9ACD97}" type="presOf" srcId="{CE28BE98-8B8C-4FEF-8837-D25F1E4ABE0B}" destId="{E90EF0ED-FE7E-1846-AB6A-C2E404B0E89A}" srcOrd="0" destOrd="0" presId="urn:microsoft.com/office/officeart/2005/8/layout/vList2"/>
    <dgm:cxn modelId="{9CB9BF3F-64AA-4B65-B458-B9C83F1B8396}" srcId="{F96DF732-D8F1-4ADD-A411-AFE089FC830D}" destId="{28B92B8F-6A16-4B8D-A2EC-43FBB4B1AC45}" srcOrd="0" destOrd="0" parTransId="{40392395-9129-416A-AA87-3360B4E9B338}" sibTransId="{D77CC0C4-B401-4FB1-9230-FF25100149BC}"/>
    <dgm:cxn modelId="{D2826341-DA1D-48D5-9EBA-021261CA651A}" srcId="{F96DF732-D8F1-4ADD-A411-AFE089FC830D}" destId="{4BA8A420-B77A-4829-A5BC-D533681E23BE}" srcOrd="1" destOrd="0" parTransId="{81D31ADC-28CC-41CB-A3BA-51F54BC7869A}" sibTransId="{780FE908-674E-4D86-B403-1F5886EED758}"/>
    <dgm:cxn modelId="{9ED7944D-D58E-4A86-877B-C68847ED6194}" srcId="{F96DF732-D8F1-4ADD-A411-AFE089FC830D}" destId="{CE28BE98-8B8C-4FEF-8837-D25F1E4ABE0B}" srcOrd="5" destOrd="0" parTransId="{52A174E8-4EFB-41AB-9264-4E248DA7FC62}" sibTransId="{02BC2D77-14C2-48A1-A288-345D80C19318}"/>
    <dgm:cxn modelId="{079AB657-9FD0-4E4C-B398-7A047A68EE8D}" srcId="{F96DF732-D8F1-4ADD-A411-AFE089FC830D}" destId="{B149DA9E-65A1-4E45-B219-37BBDC64C1B5}" srcOrd="10" destOrd="0" parTransId="{9B0D069C-5501-4358-99B6-4D21A70F4D09}" sibTransId="{ECA88430-AF67-4566-B87E-51354B2755BE}"/>
    <dgm:cxn modelId="{D0D3C858-5AE0-764B-8487-720F74C2F840}" type="presOf" srcId="{4BA8A420-B77A-4829-A5BC-D533681E23BE}" destId="{EA6244BD-16B1-0440-B299-B7B86D41AFAD}" srcOrd="0" destOrd="0" presId="urn:microsoft.com/office/officeart/2005/8/layout/vList2"/>
    <dgm:cxn modelId="{7F6AC982-A066-4A53-95D3-544C965DEC3F}" srcId="{F96DF732-D8F1-4ADD-A411-AFE089FC830D}" destId="{C13E1C38-35F4-4D65-B1D8-19421FDE8D5C}" srcOrd="8" destOrd="0" parTransId="{A069E609-CD27-4AEA-98F0-8C375CBC4471}" sibTransId="{AD01B186-BC41-46B3-8675-C86DDA308DC7}"/>
    <dgm:cxn modelId="{7946E98A-4431-6646-9DD3-8BBF95DF6E9C}" type="presOf" srcId="{8E595D81-F5BD-48A2-AAE3-27018D7775BC}" destId="{89E72A52-F7CC-8B48-8321-1D4D617DDD35}" srcOrd="0" destOrd="0" presId="urn:microsoft.com/office/officeart/2005/8/layout/vList2"/>
    <dgm:cxn modelId="{174069A9-2E1B-BE48-AE7B-7E96A67DC56A}" type="presOf" srcId="{B149DA9E-65A1-4E45-B219-37BBDC64C1B5}" destId="{32A0D5B1-8FBE-4F49-9AD4-33B508CDF9A4}" srcOrd="0" destOrd="0" presId="urn:microsoft.com/office/officeart/2005/8/layout/vList2"/>
    <dgm:cxn modelId="{62EE6BB1-87DC-9842-878A-A963C5820824}" type="presOf" srcId="{1FEA6CB7-DC45-43ED-AA15-CB8302CB1713}" destId="{63E8F281-0125-EF42-857E-8F03F42D605A}" srcOrd="0" destOrd="0" presId="urn:microsoft.com/office/officeart/2005/8/layout/vList2"/>
    <dgm:cxn modelId="{CF894BB9-EE0B-49DF-9300-9A9E37E03DD5}" srcId="{F96DF732-D8F1-4ADD-A411-AFE089FC830D}" destId="{9C0C2771-450C-4151-B312-CFCD7F14B752}" srcOrd="9" destOrd="0" parTransId="{AC2F249E-B4EF-453A-A1B9-6975159AFA96}" sibTransId="{1606315D-E448-4FC7-B83D-7018D0CA76D6}"/>
    <dgm:cxn modelId="{58C4E7C3-A1BE-E143-8BB0-F1CC2CFEB51D}" type="presOf" srcId="{28B92B8F-6A16-4B8D-A2EC-43FBB4B1AC45}" destId="{13772011-7617-CF4F-8778-E212740A5EFF}" srcOrd="0" destOrd="0" presId="urn:microsoft.com/office/officeart/2005/8/layout/vList2"/>
    <dgm:cxn modelId="{D4D576D2-8635-4E8B-B202-F6404769BF61}" srcId="{F96DF732-D8F1-4ADD-A411-AFE089FC830D}" destId="{82CE945E-4D04-42A5-9881-B33285971ACF}" srcOrd="2" destOrd="0" parTransId="{160CCB4C-EA7C-4D3D-BC90-09D92FF324FD}" sibTransId="{01B3B315-96BB-4F9C-A89B-110ED1790062}"/>
    <dgm:cxn modelId="{998810E7-24CB-43E4-88F8-44BCD321754E}" srcId="{F96DF732-D8F1-4ADD-A411-AFE089FC830D}" destId="{8E595D81-F5BD-48A2-AAE3-27018D7775BC}" srcOrd="3" destOrd="0" parTransId="{0D28AEBD-EA6B-4E53-8311-05FC673D4B92}" sibTransId="{E75508A0-111A-48F0-B42D-9641DB570610}"/>
    <dgm:cxn modelId="{ABE44BEC-0A41-924C-AA5C-9A1B85F3F28F}" type="presOf" srcId="{82CE945E-4D04-42A5-9881-B33285971ACF}" destId="{6B27D542-A27E-C845-9939-34ACEFE58ED3}" srcOrd="0" destOrd="0" presId="urn:microsoft.com/office/officeart/2005/8/layout/vList2"/>
    <dgm:cxn modelId="{22318AFA-A551-E04B-A06E-18916B3DB43B}" type="presOf" srcId="{71A87E2A-EEF1-428F-B2A8-84169542AF89}" destId="{62F24995-9C07-B540-8A3A-8FA7ADAFC54C}" srcOrd="0" destOrd="0" presId="urn:microsoft.com/office/officeart/2005/8/layout/vList2"/>
    <dgm:cxn modelId="{6EF062FF-FA81-0F4B-8584-6B422ED6E37D}" type="presOf" srcId="{F96DF732-D8F1-4ADD-A411-AFE089FC830D}" destId="{9872EC72-8B37-494B-B9A8-095F82BE954C}" srcOrd="0" destOrd="0" presId="urn:microsoft.com/office/officeart/2005/8/layout/vList2"/>
    <dgm:cxn modelId="{D9F04468-27F6-924E-A026-75B0495291B0}" type="presParOf" srcId="{9872EC72-8B37-494B-B9A8-095F82BE954C}" destId="{13772011-7617-CF4F-8778-E212740A5EFF}" srcOrd="0" destOrd="0" presId="urn:microsoft.com/office/officeart/2005/8/layout/vList2"/>
    <dgm:cxn modelId="{D1113D8D-0AF8-B04F-8601-7ACE3FD2D934}" type="presParOf" srcId="{9872EC72-8B37-494B-B9A8-095F82BE954C}" destId="{727D4293-2193-1443-ACDA-A81BE1FDDA4D}" srcOrd="1" destOrd="0" presId="urn:microsoft.com/office/officeart/2005/8/layout/vList2"/>
    <dgm:cxn modelId="{05A9F60C-F210-9B43-BFB9-96830C765CBA}" type="presParOf" srcId="{9872EC72-8B37-494B-B9A8-095F82BE954C}" destId="{EA6244BD-16B1-0440-B299-B7B86D41AFAD}" srcOrd="2" destOrd="0" presId="urn:microsoft.com/office/officeart/2005/8/layout/vList2"/>
    <dgm:cxn modelId="{F2396F27-C90F-AB4B-B300-400DF72B7C33}" type="presParOf" srcId="{9872EC72-8B37-494B-B9A8-095F82BE954C}" destId="{6F1F9DE6-1999-534C-A827-96AA83CE8CE2}" srcOrd="3" destOrd="0" presId="urn:microsoft.com/office/officeart/2005/8/layout/vList2"/>
    <dgm:cxn modelId="{12DB24D8-8FED-5449-A25E-48B54E9F12C6}" type="presParOf" srcId="{9872EC72-8B37-494B-B9A8-095F82BE954C}" destId="{6B27D542-A27E-C845-9939-34ACEFE58ED3}" srcOrd="4" destOrd="0" presId="urn:microsoft.com/office/officeart/2005/8/layout/vList2"/>
    <dgm:cxn modelId="{4785130E-D12E-294A-80E6-D8527DB1A6A6}" type="presParOf" srcId="{9872EC72-8B37-494B-B9A8-095F82BE954C}" destId="{453A73CF-666C-A046-8A24-22130F3F3E63}" srcOrd="5" destOrd="0" presId="urn:microsoft.com/office/officeart/2005/8/layout/vList2"/>
    <dgm:cxn modelId="{380B22E8-6BCE-A54D-A826-D130656E4589}" type="presParOf" srcId="{9872EC72-8B37-494B-B9A8-095F82BE954C}" destId="{89E72A52-F7CC-8B48-8321-1D4D617DDD35}" srcOrd="6" destOrd="0" presId="urn:microsoft.com/office/officeart/2005/8/layout/vList2"/>
    <dgm:cxn modelId="{C274577A-7DED-5E42-9FE1-81419A77E212}" type="presParOf" srcId="{9872EC72-8B37-494B-B9A8-095F82BE954C}" destId="{D6EA9D4B-C9ED-634B-B61C-D7C977AD2F63}" srcOrd="7" destOrd="0" presId="urn:microsoft.com/office/officeart/2005/8/layout/vList2"/>
    <dgm:cxn modelId="{6DB6A948-A2BE-904E-8366-F007C33471EC}" type="presParOf" srcId="{9872EC72-8B37-494B-B9A8-095F82BE954C}" destId="{79096AD1-B547-7049-A952-569F2EAB2D35}" srcOrd="8" destOrd="0" presId="urn:microsoft.com/office/officeart/2005/8/layout/vList2"/>
    <dgm:cxn modelId="{EB151B3F-4740-3349-B6BE-8501BA13B132}" type="presParOf" srcId="{9872EC72-8B37-494B-B9A8-095F82BE954C}" destId="{BC7DCEC4-A2E1-1145-BE82-0767490E9ED4}" srcOrd="9" destOrd="0" presId="urn:microsoft.com/office/officeart/2005/8/layout/vList2"/>
    <dgm:cxn modelId="{02CCAEDB-CFB6-E24A-A8C7-FABF91603D57}" type="presParOf" srcId="{9872EC72-8B37-494B-B9A8-095F82BE954C}" destId="{E90EF0ED-FE7E-1846-AB6A-C2E404B0E89A}" srcOrd="10" destOrd="0" presId="urn:microsoft.com/office/officeart/2005/8/layout/vList2"/>
    <dgm:cxn modelId="{B086A060-4E2B-644F-ABA7-DFF7E347E554}" type="presParOf" srcId="{9872EC72-8B37-494B-B9A8-095F82BE954C}" destId="{DEE995A2-D2A0-C240-B6CF-F95A76D53843}" srcOrd="11" destOrd="0" presId="urn:microsoft.com/office/officeart/2005/8/layout/vList2"/>
    <dgm:cxn modelId="{C46AADAF-8447-CC44-87DA-03C7BDFEA1BC}" type="presParOf" srcId="{9872EC72-8B37-494B-B9A8-095F82BE954C}" destId="{62F24995-9C07-B540-8A3A-8FA7ADAFC54C}" srcOrd="12" destOrd="0" presId="urn:microsoft.com/office/officeart/2005/8/layout/vList2"/>
    <dgm:cxn modelId="{434776F6-2A8A-F84F-8F35-8FA449B0B5A7}" type="presParOf" srcId="{9872EC72-8B37-494B-B9A8-095F82BE954C}" destId="{8004DC90-7565-5541-8B1B-BF73686315CF}" srcOrd="13" destOrd="0" presId="urn:microsoft.com/office/officeart/2005/8/layout/vList2"/>
    <dgm:cxn modelId="{B011CE88-4F49-4C42-81B0-9E939C8953CB}" type="presParOf" srcId="{9872EC72-8B37-494B-B9A8-095F82BE954C}" destId="{63E8F281-0125-EF42-857E-8F03F42D605A}" srcOrd="14" destOrd="0" presId="urn:microsoft.com/office/officeart/2005/8/layout/vList2"/>
    <dgm:cxn modelId="{EAF6F422-C7FC-BC4C-B7ED-15069B62719C}" type="presParOf" srcId="{9872EC72-8B37-494B-B9A8-095F82BE954C}" destId="{C8DFB543-3557-BA4C-9AEC-2CA9C3E20818}" srcOrd="15" destOrd="0" presId="urn:microsoft.com/office/officeart/2005/8/layout/vList2"/>
    <dgm:cxn modelId="{0D6A10C0-0BFC-314E-BC4E-598979EE1DA5}" type="presParOf" srcId="{9872EC72-8B37-494B-B9A8-095F82BE954C}" destId="{06BD10E7-ADAC-3C46-BBF9-864B78BA0FEC}" srcOrd="16" destOrd="0" presId="urn:microsoft.com/office/officeart/2005/8/layout/vList2"/>
    <dgm:cxn modelId="{AAB02E67-F5FA-7E48-A60D-EA970A0C2B00}" type="presParOf" srcId="{9872EC72-8B37-494B-B9A8-095F82BE954C}" destId="{05C7F997-D970-6F4A-BDBE-3FB6BCA16A35}" srcOrd="17" destOrd="0" presId="urn:microsoft.com/office/officeart/2005/8/layout/vList2"/>
    <dgm:cxn modelId="{F2739CE1-E811-4449-B379-67F557054B35}" type="presParOf" srcId="{9872EC72-8B37-494B-B9A8-095F82BE954C}" destId="{A9A21AC7-AB91-884D-977D-2000249493A2}" srcOrd="18" destOrd="0" presId="urn:microsoft.com/office/officeart/2005/8/layout/vList2"/>
    <dgm:cxn modelId="{16945909-D60D-154D-933E-90A99000A63F}" type="presParOf" srcId="{9872EC72-8B37-494B-B9A8-095F82BE954C}" destId="{C10DA58D-4D97-CD44-96EE-59B97A7E58F9}" srcOrd="19" destOrd="0" presId="urn:microsoft.com/office/officeart/2005/8/layout/vList2"/>
    <dgm:cxn modelId="{64B9FB2B-B329-BD46-9A10-AF8A511905A4}" type="presParOf" srcId="{9872EC72-8B37-494B-B9A8-095F82BE954C}" destId="{32A0D5B1-8FBE-4F49-9AD4-33B508CDF9A4}" srcOrd="2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9C2F3ED-2975-458D-93C7-8EC3F6D3EDB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80DF362-FB07-4A2C-BDD2-208A98536381}">
      <dgm:prSet/>
      <dgm:spPr/>
      <dgm:t>
        <a:bodyPr/>
        <a:lstStyle/>
        <a:p>
          <a:r>
            <a:rPr lang="en-US" b="1" i="0"/>
            <a:t>Camera instance conflicts: </a:t>
          </a:r>
          <a:r>
            <a:rPr lang="en-US" b="0" i="0"/>
            <a:t>Multiple Picamera2 instances caused "device busy" errors; solved by implementing a singleton pattern in the Camera class to ensure only one instance exists.​</a:t>
          </a:r>
          <a:endParaRPr lang="en-US"/>
        </a:p>
      </dgm:t>
    </dgm:pt>
    <dgm:pt modelId="{B2B244AD-713B-4B6F-B34E-95D92C5DF62C}" type="parTrans" cxnId="{9D9269C6-E35F-460D-BA18-7C9634ADFEC7}">
      <dgm:prSet/>
      <dgm:spPr/>
      <dgm:t>
        <a:bodyPr/>
        <a:lstStyle/>
        <a:p>
          <a:endParaRPr lang="en-US"/>
        </a:p>
      </dgm:t>
    </dgm:pt>
    <dgm:pt modelId="{5D7BF91A-4811-4B24-BA6D-FDA07FE87822}" type="sibTrans" cxnId="{9D9269C6-E35F-460D-BA18-7C9634ADFEC7}">
      <dgm:prSet/>
      <dgm:spPr/>
      <dgm:t>
        <a:bodyPr/>
        <a:lstStyle/>
        <a:p>
          <a:endParaRPr lang="en-US"/>
        </a:p>
      </dgm:t>
    </dgm:pt>
    <dgm:pt modelId="{E071A452-0C5C-438D-8962-EBFB50C47039}">
      <dgm:prSet/>
      <dgm:spPr/>
      <dgm:t>
        <a:bodyPr/>
        <a:lstStyle/>
        <a:p>
          <a:r>
            <a:rPr lang="en-US" b="1" i="0"/>
            <a:t>Overexposed images: </a:t>
          </a:r>
          <a:r>
            <a:rPr lang="en-US" b="0" i="0"/>
            <a:t>Initial test captures produced white frames due to excessive ISO/shutter values; debugged by comparing direct picamera2 calls, tuned exposure parameters, and validated with auto-exposure baseline.</a:t>
          </a:r>
          <a:endParaRPr lang="en-US"/>
        </a:p>
      </dgm:t>
    </dgm:pt>
    <dgm:pt modelId="{03F0D0A8-4A48-4050-B7B4-3853E27750F7}" type="parTrans" cxnId="{C743B627-12F9-4FBD-81DF-A45F50501984}">
      <dgm:prSet/>
      <dgm:spPr/>
      <dgm:t>
        <a:bodyPr/>
        <a:lstStyle/>
        <a:p>
          <a:endParaRPr lang="en-US"/>
        </a:p>
      </dgm:t>
    </dgm:pt>
    <dgm:pt modelId="{CE01D8A1-37D7-46EC-AEF5-5D4FA2BF8D98}" type="sibTrans" cxnId="{C743B627-12F9-4FBD-81DF-A45F50501984}">
      <dgm:prSet/>
      <dgm:spPr/>
      <dgm:t>
        <a:bodyPr/>
        <a:lstStyle/>
        <a:p>
          <a:endParaRPr lang="en-US"/>
        </a:p>
      </dgm:t>
    </dgm:pt>
    <dgm:pt modelId="{215EA52B-6FA4-49A0-87D1-A6D084CFB440}">
      <dgm:prSet/>
      <dgm:spPr/>
      <dgm:t>
        <a:bodyPr/>
        <a:lstStyle/>
        <a:p>
          <a:r>
            <a:rPr lang="en-US" b="1" i="0"/>
            <a:t>Mechanical alignment: </a:t>
          </a:r>
          <a:r>
            <a:rPr lang="en-US" b="0" i="0"/>
            <a:t>Achieving precise filter-to-sensor alignment in housing required iterative design of mounting points and tolerances to prevent light leaks and maintain focus.</a:t>
          </a:r>
          <a:endParaRPr lang="en-US"/>
        </a:p>
      </dgm:t>
    </dgm:pt>
    <dgm:pt modelId="{FE3A11BB-C4D0-484A-BF34-41B8D41A9BB0}" type="parTrans" cxnId="{51DA6BCF-89A9-44C5-B8C5-1573BD221457}">
      <dgm:prSet/>
      <dgm:spPr/>
      <dgm:t>
        <a:bodyPr/>
        <a:lstStyle/>
        <a:p>
          <a:endParaRPr lang="en-US"/>
        </a:p>
      </dgm:t>
    </dgm:pt>
    <dgm:pt modelId="{9784FE20-6EB3-42BE-91D8-6DFA773E6B44}" type="sibTrans" cxnId="{51DA6BCF-89A9-44C5-B8C5-1573BD221457}">
      <dgm:prSet/>
      <dgm:spPr/>
      <dgm:t>
        <a:bodyPr/>
        <a:lstStyle/>
        <a:p>
          <a:endParaRPr lang="en-US"/>
        </a:p>
      </dgm:t>
    </dgm:pt>
    <dgm:pt modelId="{6F38B549-D879-4534-BDCF-2F360510E02D}">
      <dgm:prSet/>
      <dgm:spPr/>
      <dgm:t>
        <a:bodyPr/>
        <a:lstStyle/>
        <a:p>
          <a:r>
            <a:rPr lang="en-US" b="1" i="0"/>
            <a:t>Motor positioning accuracy: </a:t>
          </a:r>
          <a:r>
            <a:rPr lang="en-US" b="0" i="0"/>
            <a:t>Ensuring repeatable filter-wheel indexing demands reliable step counting and homing logic; designed a structured approach with defined step sequences and position tracking.</a:t>
          </a:r>
          <a:endParaRPr lang="en-US"/>
        </a:p>
      </dgm:t>
    </dgm:pt>
    <dgm:pt modelId="{A14FC76D-6F16-44D2-A041-C0607BA0C525}" type="parTrans" cxnId="{7ED3B7BE-124B-447C-8C42-EF8835D5B6DB}">
      <dgm:prSet/>
      <dgm:spPr/>
      <dgm:t>
        <a:bodyPr/>
        <a:lstStyle/>
        <a:p>
          <a:endParaRPr lang="en-US"/>
        </a:p>
      </dgm:t>
    </dgm:pt>
    <dgm:pt modelId="{BCA5711F-3035-428F-BCB1-7A03E0B0F15C}" type="sibTrans" cxnId="{7ED3B7BE-124B-447C-8C42-EF8835D5B6DB}">
      <dgm:prSet/>
      <dgm:spPr/>
      <dgm:t>
        <a:bodyPr/>
        <a:lstStyle/>
        <a:p>
          <a:endParaRPr lang="en-US"/>
        </a:p>
      </dgm:t>
    </dgm:pt>
    <dgm:pt modelId="{601B52DD-1871-4516-BA67-E3BA43984D99}">
      <dgm:prSet/>
      <dgm:spPr/>
      <dgm:t>
        <a:bodyPr/>
        <a:lstStyle/>
        <a:p>
          <a:r>
            <a:rPr lang="en-US" b="1" i="0"/>
            <a:t>Real-time integration: </a:t>
          </a:r>
          <a:r>
            <a:rPr lang="en-US" b="0" i="0"/>
            <a:t>Coordinating camera capture timing with motor movement to avoid vibration blur; planning wait periods after motor stop before triggering exposure for stable imaging.</a:t>
          </a:r>
          <a:endParaRPr lang="en-US"/>
        </a:p>
      </dgm:t>
    </dgm:pt>
    <dgm:pt modelId="{EE70F33B-F6AA-4931-9B68-C4136048B4A7}" type="parTrans" cxnId="{F6EF4D53-7B59-4F75-AC52-71B32F81A9BB}">
      <dgm:prSet/>
      <dgm:spPr/>
      <dgm:t>
        <a:bodyPr/>
        <a:lstStyle/>
        <a:p>
          <a:endParaRPr lang="en-US"/>
        </a:p>
      </dgm:t>
    </dgm:pt>
    <dgm:pt modelId="{8FF6CDA5-4096-4F41-9F51-B373CB3B8CC7}" type="sibTrans" cxnId="{F6EF4D53-7B59-4F75-AC52-71B32F81A9BB}">
      <dgm:prSet/>
      <dgm:spPr/>
      <dgm:t>
        <a:bodyPr/>
        <a:lstStyle/>
        <a:p>
          <a:endParaRPr lang="en-US"/>
        </a:p>
      </dgm:t>
    </dgm:pt>
    <dgm:pt modelId="{9B1A8615-825C-42F2-B217-5D6BB80116A1}" type="pres">
      <dgm:prSet presAssocID="{79C2F3ED-2975-458D-93C7-8EC3F6D3EDBE}" presName="root" presStyleCnt="0">
        <dgm:presLayoutVars>
          <dgm:dir/>
          <dgm:resizeHandles val="exact"/>
        </dgm:presLayoutVars>
      </dgm:prSet>
      <dgm:spPr/>
    </dgm:pt>
    <dgm:pt modelId="{567EF297-3AA2-45B5-961E-177DC864A8DD}" type="pres">
      <dgm:prSet presAssocID="{080DF362-FB07-4A2C-BDD2-208A98536381}" presName="compNode" presStyleCnt="0"/>
      <dgm:spPr/>
    </dgm:pt>
    <dgm:pt modelId="{5AB767BF-62AC-4A86-9A4A-3A8ED037BA18}" type="pres">
      <dgm:prSet presAssocID="{080DF362-FB07-4A2C-BDD2-208A98536381}" presName="bgRect" presStyleLbl="bgShp" presStyleIdx="0" presStyleCnt="5"/>
      <dgm:spPr/>
    </dgm:pt>
    <dgm:pt modelId="{1CA55013-7A14-40DD-9069-67D876472135}" type="pres">
      <dgm:prSet presAssocID="{080DF362-FB07-4A2C-BDD2-208A9853638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AE2EAE34-76E8-4450-BBCF-89A916BC196E}" type="pres">
      <dgm:prSet presAssocID="{080DF362-FB07-4A2C-BDD2-208A98536381}" presName="spaceRect" presStyleCnt="0"/>
      <dgm:spPr/>
    </dgm:pt>
    <dgm:pt modelId="{359FA99E-6711-4E84-AAC0-CA2E340899DD}" type="pres">
      <dgm:prSet presAssocID="{080DF362-FB07-4A2C-BDD2-208A98536381}" presName="parTx" presStyleLbl="revTx" presStyleIdx="0" presStyleCnt="5">
        <dgm:presLayoutVars>
          <dgm:chMax val="0"/>
          <dgm:chPref val="0"/>
        </dgm:presLayoutVars>
      </dgm:prSet>
      <dgm:spPr/>
    </dgm:pt>
    <dgm:pt modelId="{F46716B3-CA84-4265-863A-5EF5ABE8CC77}" type="pres">
      <dgm:prSet presAssocID="{5D7BF91A-4811-4B24-BA6D-FDA07FE87822}" presName="sibTrans" presStyleCnt="0"/>
      <dgm:spPr/>
    </dgm:pt>
    <dgm:pt modelId="{E1E6137B-09EF-45B0-B37D-644FEF0A757F}" type="pres">
      <dgm:prSet presAssocID="{E071A452-0C5C-438D-8962-EBFB50C47039}" presName="compNode" presStyleCnt="0"/>
      <dgm:spPr/>
    </dgm:pt>
    <dgm:pt modelId="{7762C29F-4609-46C5-A9AF-3B38872725D9}" type="pres">
      <dgm:prSet presAssocID="{E071A452-0C5C-438D-8962-EBFB50C47039}" presName="bgRect" presStyleLbl="bgShp" presStyleIdx="1" presStyleCnt="5"/>
      <dgm:spPr/>
    </dgm:pt>
    <dgm:pt modelId="{DDF4DFAD-7B6C-4978-A06E-2C97303867AD}" type="pres">
      <dgm:prSet presAssocID="{E071A452-0C5C-438D-8962-EBFB50C4703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mage"/>
        </a:ext>
      </dgm:extLst>
    </dgm:pt>
    <dgm:pt modelId="{DC7D2695-4357-4885-A067-34A239BE5ED5}" type="pres">
      <dgm:prSet presAssocID="{E071A452-0C5C-438D-8962-EBFB50C47039}" presName="spaceRect" presStyleCnt="0"/>
      <dgm:spPr/>
    </dgm:pt>
    <dgm:pt modelId="{94BD4119-1BBB-44D0-B650-7CAFD0548CE0}" type="pres">
      <dgm:prSet presAssocID="{E071A452-0C5C-438D-8962-EBFB50C47039}" presName="parTx" presStyleLbl="revTx" presStyleIdx="1" presStyleCnt="5">
        <dgm:presLayoutVars>
          <dgm:chMax val="0"/>
          <dgm:chPref val="0"/>
        </dgm:presLayoutVars>
      </dgm:prSet>
      <dgm:spPr/>
    </dgm:pt>
    <dgm:pt modelId="{29FBE3A5-412D-4D01-8A1A-DCFF008B4600}" type="pres">
      <dgm:prSet presAssocID="{CE01D8A1-37D7-46EC-AEF5-5D4FA2BF8D98}" presName="sibTrans" presStyleCnt="0"/>
      <dgm:spPr/>
    </dgm:pt>
    <dgm:pt modelId="{9A973D4E-5519-4745-8D7D-A3C61FD6D752}" type="pres">
      <dgm:prSet presAssocID="{215EA52B-6FA4-49A0-87D1-A6D084CFB440}" presName="compNode" presStyleCnt="0"/>
      <dgm:spPr/>
    </dgm:pt>
    <dgm:pt modelId="{FD1604A2-6232-4AA3-AB78-FDCB1DCC8FBB}" type="pres">
      <dgm:prSet presAssocID="{215EA52B-6FA4-49A0-87D1-A6D084CFB440}" presName="bgRect" presStyleLbl="bgShp" presStyleIdx="2" presStyleCnt="5"/>
      <dgm:spPr/>
    </dgm:pt>
    <dgm:pt modelId="{3CCB2A21-CB5D-43F8-BB2B-0130A45884F3}" type="pres">
      <dgm:prSet presAssocID="{215EA52B-6FA4-49A0-87D1-A6D084CFB44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fresh"/>
        </a:ext>
      </dgm:extLst>
    </dgm:pt>
    <dgm:pt modelId="{9E77C675-CD48-4EB6-94A3-F67BD4E469AC}" type="pres">
      <dgm:prSet presAssocID="{215EA52B-6FA4-49A0-87D1-A6D084CFB440}" presName="spaceRect" presStyleCnt="0"/>
      <dgm:spPr/>
    </dgm:pt>
    <dgm:pt modelId="{5FC461B4-B8C5-4196-B9AE-843365F5B5EF}" type="pres">
      <dgm:prSet presAssocID="{215EA52B-6FA4-49A0-87D1-A6D084CFB440}" presName="parTx" presStyleLbl="revTx" presStyleIdx="2" presStyleCnt="5">
        <dgm:presLayoutVars>
          <dgm:chMax val="0"/>
          <dgm:chPref val="0"/>
        </dgm:presLayoutVars>
      </dgm:prSet>
      <dgm:spPr/>
    </dgm:pt>
    <dgm:pt modelId="{7176859D-262D-4043-9B34-B0424B6103A5}" type="pres">
      <dgm:prSet presAssocID="{9784FE20-6EB3-42BE-91D8-6DFA773E6B44}" presName="sibTrans" presStyleCnt="0"/>
      <dgm:spPr/>
    </dgm:pt>
    <dgm:pt modelId="{80098968-EEEF-4CE8-9DAA-FA31B664FA18}" type="pres">
      <dgm:prSet presAssocID="{6F38B549-D879-4534-BDCF-2F360510E02D}" presName="compNode" presStyleCnt="0"/>
      <dgm:spPr/>
    </dgm:pt>
    <dgm:pt modelId="{6760A98D-B352-4014-80A5-545D365404A3}" type="pres">
      <dgm:prSet presAssocID="{6F38B549-D879-4534-BDCF-2F360510E02D}" presName="bgRect" presStyleLbl="bgShp" presStyleIdx="3" presStyleCnt="5"/>
      <dgm:spPr/>
    </dgm:pt>
    <dgm:pt modelId="{AB2D7CA2-53D1-40AD-83A8-82F3E337985A}" type="pres">
      <dgm:prSet presAssocID="{6F38B549-D879-4534-BDCF-2F360510E02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2ED63C27-22CF-418F-A8CB-6B5CF66A5A42}" type="pres">
      <dgm:prSet presAssocID="{6F38B549-D879-4534-BDCF-2F360510E02D}" presName="spaceRect" presStyleCnt="0"/>
      <dgm:spPr/>
    </dgm:pt>
    <dgm:pt modelId="{0EA03B53-36D9-4A8A-9C6F-B7F4595C5B1D}" type="pres">
      <dgm:prSet presAssocID="{6F38B549-D879-4534-BDCF-2F360510E02D}" presName="parTx" presStyleLbl="revTx" presStyleIdx="3" presStyleCnt="5">
        <dgm:presLayoutVars>
          <dgm:chMax val="0"/>
          <dgm:chPref val="0"/>
        </dgm:presLayoutVars>
      </dgm:prSet>
      <dgm:spPr/>
    </dgm:pt>
    <dgm:pt modelId="{FE9C797B-C60F-4F06-B941-89812111007D}" type="pres">
      <dgm:prSet presAssocID="{BCA5711F-3035-428F-BCB1-7A03E0B0F15C}" presName="sibTrans" presStyleCnt="0"/>
      <dgm:spPr/>
    </dgm:pt>
    <dgm:pt modelId="{0D8AC7EE-320E-40AF-8317-4F3DA90CB8A8}" type="pres">
      <dgm:prSet presAssocID="{601B52DD-1871-4516-BA67-E3BA43984D99}" presName="compNode" presStyleCnt="0"/>
      <dgm:spPr/>
    </dgm:pt>
    <dgm:pt modelId="{0975F993-039F-40DC-B20D-A5F5BF630914}" type="pres">
      <dgm:prSet presAssocID="{601B52DD-1871-4516-BA67-E3BA43984D99}" presName="bgRect" presStyleLbl="bgShp" presStyleIdx="4" presStyleCnt="5"/>
      <dgm:spPr/>
    </dgm:pt>
    <dgm:pt modelId="{65ED2C2D-DA39-4912-BCE8-F9EC4FD879C7}" type="pres">
      <dgm:prSet presAssocID="{601B52DD-1871-4516-BA67-E3BA43984D9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opwatch"/>
        </a:ext>
      </dgm:extLst>
    </dgm:pt>
    <dgm:pt modelId="{85EA8321-893D-466A-B7F4-EB08C0EE81DB}" type="pres">
      <dgm:prSet presAssocID="{601B52DD-1871-4516-BA67-E3BA43984D99}" presName="spaceRect" presStyleCnt="0"/>
      <dgm:spPr/>
    </dgm:pt>
    <dgm:pt modelId="{96C99EC1-5DDE-4BAB-9B20-26C40EB04895}" type="pres">
      <dgm:prSet presAssocID="{601B52DD-1871-4516-BA67-E3BA43984D99}" presName="parTx" presStyleLbl="revTx" presStyleIdx="4" presStyleCnt="5">
        <dgm:presLayoutVars>
          <dgm:chMax val="0"/>
          <dgm:chPref val="0"/>
        </dgm:presLayoutVars>
      </dgm:prSet>
      <dgm:spPr/>
    </dgm:pt>
  </dgm:ptLst>
  <dgm:cxnLst>
    <dgm:cxn modelId="{10284F0F-D58B-432A-A975-8D96353CE7BA}" type="presOf" srcId="{79C2F3ED-2975-458D-93C7-8EC3F6D3EDBE}" destId="{9B1A8615-825C-42F2-B217-5D6BB80116A1}" srcOrd="0" destOrd="0" presId="urn:microsoft.com/office/officeart/2018/2/layout/IconVerticalSolidList"/>
    <dgm:cxn modelId="{C743B627-12F9-4FBD-81DF-A45F50501984}" srcId="{79C2F3ED-2975-458D-93C7-8EC3F6D3EDBE}" destId="{E071A452-0C5C-438D-8962-EBFB50C47039}" srcOrd="1" destOrd="0" parTransId="{03F0D0A8-4A48-4050-B7B4-3853E27750F7}" sibTransId="{CE01D8A1-37D7-46EC-AEF5-5D4FA2BF8D98}"/>
    <dgm:cxn modelId="{E7C4D133-4647-47A6-8C4B-B94EFACDAF11}" type="presOf" srcId="{601B52DD-1871-4516-BA67-E3BA43984D99}" destId="{96C99EC1-5DDE-4BAB-9B20-26C40EB04895}" srcOrd="0" destOrd="0" presId="urn:microsoft.com/office/officeart/2018/2/layout/IconVerticalSolidList"/>
    <dgm:cxn modelId="{67DA484B-A1F2-457D-8567-A5EF6BAE5E31}" type="presOf" srcId="{E071A452-0C5C-438D-8962-EBFB50C47039}" destId="{94BD4119-1BBB-44D0-B650-7CAFD0548CE0}" srcOrd="0" destOrd="0" presId="urn:microsoft.com/office/officeart/2018/2/layout/IconVerticalSolidList"/>
    <dgm:cxn modelId="{F6EF4D53-7B59-4F75-AC52-71B32F81A9BB}" srcId="{79C2F3ED-2975-458D-93C7-8EC3F6D3EDBE}" destId="{601B52DD-1871-4516-BA67-E3BA43984D99}" srcOrd="4" destOrd="0" parTransId="{EE70F33B-F6AA-4931-9B68-C4136048B4A7}" sibTransId="{8FF6CDA5-4096-4F41-9F51-B373CB3B8CC7}"/>
    <dgm:cxn modelId="{7ED3B7BE-124B-447C-8C42-EF8835D5B6DB}" srcId="{79C2F3ED-2975-458D-93C7-8EC3F6D3EDBE}" destId="{6F38B549-D879-4534-BDCF-2F360510E02D}" srcOrd="3" destOrd="0" parTransId="{A14FC76D-6F16-44D2-A041-C0607BA0C525}" sibTransId="{BCA5711F-3035-428F-BCB1-7A03E0B0F15C}"/>
    <dgm:cxn modelId="{9D9269C6-E35F-460D-BA18-7C9634ADFEC7}" srcId="{79C2F3ED-2975-458D-93C7-8EC3F6D3EDBE}" destId="{080DF362-FB07-4A2C-BDD2-208A98536381}" srcOrd="0" destOrd="0" parTransId="{B2B244AD-713B-4B6F-B34E-95D92C5DF62C}" sibTransId="{5D7BF91A-4811-4B24-BA6D-FDA07FE87822}"/>
    <dgm:cxn modelId="{51DA6BCF-89A9-44C5-B8C5-1573BD221457}" srcId="{79C2F3ED-2975-458D-93C7-8EC3F6D3EDBE}" destId="{215EA52B-6FA4-49A0-87D1-A6D084CFB440}" srcOrd="2" destOrd="0" parTransId="{FE3A11BB-C4D0-484A-BF34-41B8D41A9BB0}" sibTransId="{9784FE20-6EB3-42BE-91D8-6DFA773E6B44}"/>
    <dgm:cxn modelId="{65773DDE-7395-404D-AB56-3A2E89562EB4}" type="presOf" srcId="{215EA52B-6FA4-49A0-87D1-A6D084CFB440}" destId="{5FC461B4-B8C5-4196-B9AE-843365F5B5EF}" srcOrd="0" destOrd="0" presId="urn:microsoft.com/office/officeart/2018/2/layout/IconVerticalSolidList"/>
    <dgm:cxn modelId="{1D2AB7E9-DD8A-43DE-A594-7D861B4FC4FE}" type="presOf" srcId="{080DF362-FB07-4A2C-BDD2-208A98536381}" destId="{359FA99E-6711-4E84-AAC0-CA2E340899DD}" srcOrd="0" destOrd="0" presId="urn:microsoft.com/office/officeart/2018/2/layout/IconVerticalSolidList"/>
    <dgm:cxn modelId="{09B710EC-0F8A-404C-ABFF-4D52107FDA8E}" type="presOf" srcId="{6F38B549-D879-4534-BDCF-2F360510E02D}" destId="{0EA03B53-36D9-4A8A-9C6F-B7F4595C5B1D}" srcOrd="0" destOrd="0" presId="urn:microsoft.com/office/officeart/2018/2/layout/IconVerticalSolidList"/>
    <dgm:cxn modelId="{2CDACEB0-C9A5-45BC-8C48-66B7218B907A}" type="presParOf" srcId="{9B1A8615-825C-42F2-B217-5D6BB80116A1}" destId="{567EF297-3AA2-45B5-961E-177DC864A8DD}" srcOrd="0" destOrd="0" presId="urn:microsoft.com/office/officeart/2018/2/layout/IconVerticalSolidList"/>
    <dgm:cxn modelId="{B7A7F78C-893D-41B3-9C9F-3E8AA7C81CB8}" type="presParOf" srcId="{567EF297-3AA2-45B5-961E-177DC864A8DD}" destId="{5AB767BF-62AC-4A86-9A4A-3A8ED037BA18}" srcOrd="0" destOrd="0" presId="urn:microsoft.com/office/officeart/2018/2/layout/IconVerticalSolidList"/>
    <dgm:cxn modelId="{5ACAEF5C-D936-4843-AC29-568806F25FC6}" type="presParOf" srcId="{567EF297-3AA2-45B5-961E-177DC864A8DD}" destId="{1CA55013-7A14-40DD-9069-67D876472135}" srcOrd="1" destOrd="0" presId="urn:microsoft.com/office/officeart/2018/2/layout/IconVerticalSolidList"/>
    <dgm:cxn modelId="{9D7B3860-6DF0-4B74-835A-C357376E6ADD}" type="presParOf" srcId="{567EF297-3AA2-45B5-961E-177DC864A8DD}" destId="{AE2EAE34-76E8-4450-BBCF-89A916BC196E}" srcOrd="2" destOrd="0" presId="urn:microsoft.com/office/officeart/2018/2/layout/IconVerticalSolidList"/>
    <dgm:cxn modelId="{D6A282F3-B5DA-4C3D-A08E-33739D07DFDA}" type="presParOf" srcId="{567EF297-3AA2-45B5-961E-177DC864A8DD}" destId="{359FA99E-6711-4E84-AAC0-CA2E340899DD}" srcOrd="3" destOrd="0" presId="urn:microsoft.com/office/officeart/2018/2/layout/IconVerticalSolidList"/>
    <dgm:cxn modelId="{39C44A08-3CF6-4068-A2AF-D276F5391CF8}" type="presParOf" srcId="{9B1A8615-825C-42F2-B217-5D6BB80116A1}" destId="{F46716B3-CA84-4265-863A-5EF5ABE8CC77}" srcOrd="1" destOrd="0" presId="urn:microsoft.com/office/officeart/2018/2/layout/IconVerticalSolidList"/>
    <dgm:cxn modelId="{516EB23B-DAC0-438A-9972-9114E1ECF7E0}" type="presParOf" srcId="{9B1A8615-825C-42F2-B217-5D6BB80116A1}" destId="{E1E6137B-09EF-45B0-B37D-644FEF0A757F}" srcOrd="2" destOrd="0" presId="urn:microsoft.com/office/officeart/2018/2/layout/IconVerticalSolidList"/>
    <dgm:cxn modelId="{3756D841-C414-431B-BB4D-0B3F747112F3}" type="presParOf" srcId="{E1E6137B-09EF-45B0-B37D-644FEF0A757F}" destId="{7762C29F-4609-46C5-A9AF-3B38872725D9}" srcOrd="0" destOrd="0" presId="urn:microsoft.com/office/officeart/2018/2/layout/IconVerticalSolidList"/>
    <dgm:cxn modelId="{368F69C1-3027-4713-965B-BFE8D2394276}" type="presParOf" srcId="{E1E6137B-09EF-45B0-B37D-644FEF0A757F}" destId="{DDF4DFAD-7B6C-4978-A06E-2C97303867AD}" srcOrd="1" destOrd="0" presId="urn:microsoft.com/office/officeart/2018/2/layout/IconVerticalSolidList"/>
    <dgm:cxn modelId="{763B31BF-F944-4D53-A9BF-0E99B8DBE327}" type="presParOf" srcId="{E1E6137B-09EF-45B0-B37D-644FEF0A757F}" destId="{DC7D2695-4357-4885-A067-34A239BE5ED5}" srcOrd="2" destOrd="0" presId="urn:microsoft.com/office/officeart/2018/2/layout/IconVerticalSolidList"/>
    <dgm:cxn modelId="{53A8033D-6FAF-42C7-85BB-7827FB33DC36}" type="presParOf" srcId="{E1E6137B-09EF-45B0-B37D-644FEF0A757F}" destId="{94BD4119-1BBB-44D0-B650-7CAFD0548CE0}" srcOrd="3" destOrd="0" presId="urn:microsoft.com/office/officeart/2018/2/layout/IconVerticalSolidList"/>
    <dgm:cxn modelId="{BCD4101D-EE71-491F-9811-7AE71651EA38}" type="presParOf" srcId="{9B1A8615-825C-42F2-B217-5D6BB80116A1}" destId="{29FBE3A5-412D-4D01-8A1A-DCFF008B4600}" srcOrd="3" destOrd="0" presId="urn:microsoft.com/office/officeart/2018/2/layout/IconVerticalSolidList"/>
    <dgm:cxn modelId="{8D1BAE6E-6DE6-4601-A02A-D5F21758CAE9}" type="presParOf" srcId="{9B1A8615-825C-42F2-B217-5D6BB80116A1}" destId="{9A973D4E-5519-4745-8D7D-A3C61FD6D752}" srcOrd="4" destOrd="0" presId="urn:microsoft.com/office/officeart/2018/2/layout/IconVerticalSolidList"/>
    <dgm:cxn modelId="{E0F0BABF-1AB5-4506-987B-B50C6D035E68}" type="presParOf" srcId="{9A973D4E-5519-4745-8D7D-A3C61FD6D752}" destId="{FD1604A2-6232-4AA3-AB78-FDCB1DCC8FBB}" srcOrd="0" destOrd="0" presId="urn:microsoft.com/office/officeart/2018/2/layout/IconVerticalSolidList"/>
    <dgm:cxn modelId="{3BE7504A-BA8A-4975-8940-CAD845A34953}" type="presParOf" srcId="{9A973D4E-5519-4745-8D7D-A3C61FD6D752}" destId="{3CCB2A21-CB5D-43F8-BB2B-0130A45884F3}" srcOrd="1" destOrd="0" presId="urn:microsoft.com/office/officeart/2018/2/layout/IconVerticalSolidList"/>
    <dgm:cxn modelId="{7CB8136D-BC20-49C1-9D57-A80916FF090E}" type="presParOf" srcId="{9A973D4E-5519-4745-8D7D-A3C61FD6D752}" destId="{9E77C675-CD48-4EB6-94A3-F67BD4E469AC}" srcOrd="2" destOrd="0" presId="urn:microsoft.com/office/officeart/2018/2/layout/IconVerticalSolidList"/>
    <dgm:cxn modelId="{5DE0386B-4239-4B90-9BF6-F0F0B520C28C}" type="presParOf" srcId="{9A973D4E-5519-4745-8D7D-A3C61FD6D752}" destId="{5FC461B4-B8C5-4196-B9AE-843365F5B5EF}" srcOrd="3" destOrd="0" presId="urn:microsoft.com/office/officeart/2018/2/layout/IconVerticalSolidList"/>
    <dgm:cxn modelId="{0588DD8F-8B4B-4F67-AC73-98ED6141BEB9}" type="presParOf" srcId="{9B1A8615-825C-42F2-B217-5D6BB80116A1}" destId="{7176859D-262D-4043-9B34-B0424B6103A5}" srcOrd="5" destOrd="0" presId="urn:microsoft.com/office/officeart/2018/2/layout/IconVerticalSolidList"/>
    <dgm:cxn modelId="{F4B260BC-3420-4CC8-9D4B-61888C52603F}" type="presParOf" srcId="{9B1A8615-825C-42F2-B217-5D6BB80116A1}" destId="{80098968-EEEF-4CE8-9DAA-FA31B664FA18}" srcOrd="6" destOrd="0" presId="urn:microsoft.com/office/officeart/2018/2/layout/IconVerticalSolidList"/>
    <dgm:cxn modelId="{351FD0F0-F947-4B67-A3B5-3145C6E1C5C9}" type="presParOf" srcId="{80098968-EEEF-4CE8-9DAA-FA31B664FA18}" destId="{6760A98D-B352-4014-80A5-545D365404A3}" srcOrd="0" destOrd="0" presId="urn:microsoft.com/office/officeart/2018/2/layout/IconVerticalSolidList"/>
    <dgm:cxn modelId="{33986360-CEC0-4A6F-8179-FFBE3953ACB5}" type="presParOf" srcId="{80098968-EEEF-4CE8-9DAA-FA31B664FA18}" destId="{AB2D7CA2-53D1-40AD-83A8-82F3E337985A}" srcOrd="1" destOrd="0" presId="urn:microsoft.com/office/officeart/2018/2/layout/IconVerticalSolidList"/>
    <dgm:cxn modelId="{AB1E00DA-11C5-49FC-AEED-A0C2BB12DBB1}" type="presParOf" srcId="{80098968-EEEF-4CE8-9DAA-FA31B664FA18}" destId="{2ED63C27-22CF-418F-A8CB-6B5CF66A5A42}" srcOrd="2" destOrd="0" presId="urn:microsoft.com/office/officeart/2018/2/layout/IconVerticalSolidList"/>
    <dgm:cxn modelId="{1D70CD82-D3B0-448B-A69F-566EA4A36119}" type="presParOf" srcId="{80098968-EEEF-4CE8-9DAA-FA31B664FA18}" destId="{0EA03B53-36D9-4A8A-9C6F-B7F4595C5B1D}" srcOrd="3" destOrd="0" presId="urn:microsoft.com/office/officeart/2018/2/layout/IconVerticalSolidList"/>
    <dgm:cxn modelId="{36F06A51-3F5F-4BF0-BABF-1A08237B8076}" type="presParOf" srcId="{9B1A8615-825C-42F2-B217-5D6BB80116A1}" destId="{FE9C797B-C60F-4F06-B941-89812111007D}" srcOrd="7" destOrd="0" presId="urn:microsoft.com/office/officeart/2018/2/layout/IconVerticalSolidList"/>
    <dgm:cxn modelId="{667A92C6-EF42-4D41-A868-B472810D90E5}" type="presParOf" srcId="{9B1A8615-825C-42F2-B217-5D6BB80116A1}" destId="{0D8AC7EE-320E-40AF-8317-4F3DA90CB8A8}" srcOrd="8" destOrd="0" presId="urn:microsoft.com/office/officeart/2018/2/layout/IconVerticalSolidList"/>
    <dgm:cxn modelId="{059A46DE-FBAC-4181-B51D-1DC219C08F88}" type="presParOf" srcId="{0D8AC7EE-320E-40AF-8317-4F3DA90CB8A8}" destId="{0975F993-039F-40DC-B20D-A5F5BF630914}" srcOrd="0" destOrd="0" presId="urn:microsoft.com/office/officeart/2018/2/layout/IconVerticalSolidList"/>
    <dgm:cxn modelId="{6B1E7062-5F4E-422E-9C27-7598029AED42}" type="presParOf" srcId="{0D8AC7EE-320E-40AF-8317-4F3DA90CB8A8}" destId="{65ED2C2D-DA39-4912-BCE8-F9EC4FD879C7}" srcOrd="1" destOrd="0" presId="urn:microsoft.com/office/officeart/2018/2/layout/IconVerticalSolidList"/>
    <dgm:cxn modelId="{00A79436-BA13-4042-988A-3B188FF2CDD6}" type="presParOf" srcId="{0D8AC7EE-320E-40AF-8317-4F3DA90CB8A8}" destId="{85EA8321-893D-466A-B7F4-EB08C0EE81DB}" srcOrd="2" destOrd="0" presId="urn:microsoft.com/office/officeart/2018/2/layout/IconVerticalSolidList"/>
    <dgm:cxn modelId="{EE55B664-1DE2-41BD-8F3A-FB907E9F45EE}" type="presParOf" srcId="{0D8AC7EE-320E-40AF-8317-4F3DA90CB8A8}" destId="{96C99EC1-5DDE-4BAB-9B20-26C40EB0489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369321-371C-8045-9A0B-0395F7B6B813}">
      <dsp:nvSpPr>
        <dsp:cNvPr id="0" name=""/>
        <dsp:cNvSpPr/>
      </dsp:nvSpPr>
      <dsp:spPr>
        <a:xfrm>
          <a:off x="180868" y="1789229"/>
          <a:ext cx="930181" cy="487971"/>
        </a:xfrm>
        <a:prstGeom prst="homePlate">
          <a:avLst>
            <a:gd name="adj" fmla="val 40000"/>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a:t>Feb. 2026</a:t>
          </a:r>
        </a:p>
      </dsp:txBody>
      <dsp:txXfrm>
        <a:off x="180868" y="1789229"/>
        <a:ext cx="832587" cy="487971"/>
      </dsp:txXfrm>
    </dsp:sp>
    <dsp:sp modelId="{39D90537-7ABA-C042-9EDA-FE9F85F4E441}">
      <dsp:nvSpPr>
        <dsp:cNvPr id="0" name=""/>
        <dsp:cNvSpPr/>
      </dsp:nvSpPr>
      <dsp:spPr>
        <a:xfrm>
          <a:off x="0" y="0"/>
          <a:ext cx="1291918" cy="130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anchor="b" anchorCtr="1">
          <a:noAutofit/>
        </a:bodyPr>
        <a:lstStyle/>
        <a:p>
          <a:pPr marL="0" lvl="0" indent="0" algn="ctr" defTabSz="488950">
            <a:lnSpc>
              <a:spcPct val="90000"/>
            </a:lnSpc>
            <a:spcBef>
              <a:spcPct val="0"/>
            </a:spcBef>
            <a:spcAft>
              <a:spcPct val="35000"/>
            </a:spcAft>
            <a:buNone/>
          </a:pPr>
          <a:r>
            <a:rPr lang="en-US" sz="1100" kern="1200"/>
            <a:t>Camera bring‑up and first images captured on Raspberry Pi</a:t>
          </a:r>
        </a:p>
      </dsp:txBody>
      <dsp:txXfrm>
        <a:off x="0" y="0"/>
        <a:ext cx="1291918" cy="1301257"/>
      </dsp:txXfrm>
    </dsp:sp>
    <dsp:sp modelId="{3671ED42-507D-D545-BD2B-77D474FCBA0D}">
      <dsp:nvSpPr>
        <dsp:cNvPr id="0" name=""/>
        <dsp:cNvSpPr/>
      </dsp:nvSpPr>
      <dsp:spPr>
        <a:xfrm>
          <a:off x="1111050" y="2033215"/>
          <a:ext cx="361737" cy="0"/>
        </a:xfrm>
        <a:custGeom>
          <a:avLst/>
          <a:gdLst/>
          <a:ahLst/>
          <a:cxnLst/>
          <a:rect l="0" t="0" r="0" b="0"/>
          <a:pathLst>
            <a:path>
              <a:moveTo>
                <a:pt x="0" y="0"/>
              </a:moveTo>
              <a:lnTo>
                <a:pt x="361737"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C09B81C-9215-AC4E-95D6-6ED22D0C62B0}">
      <dsp:nvSpPr>
        <dsp:cNvPr id="0" name=""/>
        <dsp:cNvSpPr/>
      </dsp:nvSpPr>
      <dsp:spPr>
        <a:xfrm>
          <a:off x="645959" y="1382586"/>
          <a:ext cx="0" cy="406643"/>
        </a:xfrm>
        <a:prstGeom prst="line">
          <a:avLst/>
        </a:prstGeom>
        <a:noFill/>
        <a:ln w="12700" cap="flat"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02FCC63-C65F-744D-92E2-CB82D8CBEF4A}">
      <dsp:nvSpPr>
        <dsp:cNvPr id="0" name=""/>
        <dsp:cNvSpPr/>
      </dsp:nvSpPr>
      <dsp:spPr>
        <a:xfrm>
          <a:off x="605295" y="1301257"/>
          <a:ext cx="81328" cy="81328"/>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D5982E-B713-1A49-B2EA-607EBF41A0A1}">
      <dsp:nvSpPr>
        <dsp:cNvPr id="0" name=""/>
        <dsp:cNvSpPr/>
      </dsp:nvSpPr>
      <dsp:spPr>
        <a:xfrm>
          <a:off x="1472787" y="1789229"/>
          <a:ext cx="930181" cy="487971"/>
        </a:xfrm>
        <a:prstGeom prst="hexagon">
          <a:avLst>
            <a:gd name="adj" fmla="val 40000"/>
            <a:gd name="vf" fmla="val 115470"/>
          </a:avLst>
        </a:prstGeom>
        <a:solidFill>
          <a:schemeClr val="accent5">
            <a:hueOff val="1302047"/>
            <a:satOff val="-586"/>
            <a:lumOff val="-728"/>
            <a:alphaOff val="0"/>
          </a:schemeClr>
        </a:solidFill>
        <a:ln w="12700" cap="flat" cmpd="sng" algn="ctr">
          <a:solidFill>
            <a:schemeClr val="accent5">
              <a:hueOff val="1302047"/>
              <a:satOff val="-586"/>
              <a:lumOff val="-7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a:t>Feb. 2026</a:t>
          </a:r>
        </a:p>
      </dsp:txBody>
      <dsp:txXfrm>
        <a:off x="1615365" y="1864025"/>
        <a:ext cx="645025" cy="338379"/>
      </dsp:txXfrm>
    </dsp:sp>
    <dsp:sp modelId="{07B60CA8-8A66-B646-BE10-8A1A84B19868}">
      <dsp:nvSpPr>
        <dsp:cNvPr id="0" name=""/>
        <dsp:cNvSpPr/>
      </dsp:nvSpPr>
      <dsp:spPr>
        <a:xfrm>
          <a:off x="1291918" y="2765173"/>
          <a:ext cx="1291918" cy="130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anchor="t" anchorCtr="1">
          <a:noAutofit/>
        </a:bodyPr>
        <a:lstStyle/>
        <a:p>
          <a:pPr marL="0" lvl="0" indent="0" algn="ctr" defTabSz="488950">
            <a:lnSpc>
              <a:spcPct val="90000"/>
            </a:lnSpc>
            <a:spcBef>
              <a:spcPct val="0"/>
            </a:spcBef>
            <a:spcAft>
              <a:spcPct val="35000"/>
            </a:spcAft>
            <a:buNone/>
          </a:pPr>
          <a:r>
            <a:rPr lang="en-US" sz="1100" kern="1200"/>
            <a:t>Camera module implemented with auto/manual exposure control</a:t>
          </a:r>
        </a:p>
      </dsp:txBody>
      <dsp:txXfrm>
        <a:off x="1291918" y="2765173"/>
        <a:ext cx="1291918" cy="1301257"/>
      </dsp:txXfrm>
    </dsp:sp>
    <dsp:sp modelId="{D6916BE4-5425-3748-BE94-C598AE66A986}">
      <dsp:nvSpPr>
        <dsp:cNvPr id="0" name=""/>
        <dsp:cNvSpPr/>
      </dsp:nvSpPr>
      <dsp:spPr>
        <a:xfrm>
          <a:off x="2402968" y="2033215"/>
          <a:ext cx="361737" cy="0"/>
        </a:xfrm>
        <a:custGeom>
          <a:avLst/>
          <a:gdLst/>
          <a:ahLst/>
          <a:cxnLst/>
          <a:rect l="0" t="0" r="0" b="0"/>
          <a:pathLst>
            <a:path>
              <a:moveTo>
                <a:pt x="0" y="0"/>
              </a:moveTo>
              <a:lnTo>
                <a:pt x="361737" y="0"/>
              </a:lnTo>
            </a:path>
          </a:pathLst>
        </a:custGeom>
        <a:noFill/>
        <a:ln w="12700" cap="flat" cmpd="sng" algn="ctr">
          <a:solidFill>
            <a:schemeClr val="accent5">
              <a:hueOff val="1519055"/>
              <a:satOff val="-684"/>
              <a:lumOff val="-849"/>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FD28D9-8340-2C43-AFA7-D23E115C6DB1}">
      <dsp:nvSpPr>
        <dsp:cNvPr id="0" name=""/>
        <dsp:cNvSpPr/>
      </dsp:nvSpPr>
      <dsp:spPr>
        <a:xfrm>
          <a:off x="1937878" y="2277201"/>
          <a:ext cx="0" cy="406643"/>
        </a:xfrm>
        <a:prstGeom prst="line">
          <a:avLst/>
        </a:prstGeom>
        <a:noFill/>
        <a:ln w="12700" cap="flat" cmpd="sng" algn="ctr">
          <a:solidFill>
            <a:schemeClr val="accent5">
              <a:hueOff val="1302047"/>
              <a:satOff val="-586"/>
              <a:lumOff val="-728"/>
              <a:alphaOff val="0"/>
            </a:schemeClr>
          </a:solidFill>
          <a:prstDash val="dash"/>
          <a:miter lim="800000"/>
        </a:ln>
        <a:effectLst/>
      </dsp:spPr>
      <dsp:style>
        <a:lnRef idx="1">
          <a:scrgbClr r="0" g="0" b="0"/>
        </a:lnRef>
        <a:fillRef idx="0">
          <a:scrgbClr r="0" g="0" b="0"/>
        </a:fillRef>
        <a:effectRef idx="0">
          <a:scrgbClr r="0" g="0" b="0"/>
        </a:effectRef>
        <a:fontRef idx="minor"/>
      </dsp:style>
    </dsp:sp>
    <dsp:sp modelId="{54A61FE5-198C-0C45-86E8-015C6487E273}">
      <dsp:nvSpPr>
        <dsp:cNvPr id="0" name=""/>
        <dsp:cNvSpPr/>
      </dsp:nvSpPr>
      <dsp:spPr>
        <a:xfrm>
          <a:off x="1897213" y="2683844"/>
          <a:ext cx="81328" cy="81328"/>
        </a:xfrm>
        <a:prstGeom prst="rect">
          <a:avLst/>
        </a:prstGeom>
        <a:solidFill>
          <a:schemeClr val="accent5">
            <a:hueOff val="1302047"/>
            <a:satOff val="-586"/>
            <a:lumOff val="-7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6F4372-DC49-D144-AA06-87D33082DDEC}">
      <dsp:nvSpPr>
        <dsp:cNvPr id="0" name=""/>
        <dsp:cNvSpPr/>
      </dsp:nvSpPr>
      <dsp:spPr>
        <a:xfrm>
          <a:off x="2764706" y="1789229"/>
          <a:ext cx="930181" cy="487971"/>
        </a:xfrm>
        <a:prstGeom prst="hexagon">
          <a:avLst>
            <a:gd name="adj" fmla="val 40000"/>
            <a:gd name="vf" fmla="val 115470"/>
          </a:avLst>
        </a:prstGeom>
        <a:solidFill>
          <a:schemeClr val="accent5">
            <a:hueOff val="2604094"/>
            <a:satOff val="-1173"/>
            <a:lumOff val="-1456"/>
            <a:alphaOff val="0"/>
          </a:schemeClr>
        </a:solidFill>
        <a:ln w="12700" cap="flat" cmpd="sng" algn="ctr">
          <a:solidFill>
            <a:schemeClr val="accent5">
              <a:hueOff val="2604094"/>
              <a:satOff val="-1173"/>
              <a:lumOff val="-145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a:t>Feb. 2026</a:t>
          </a:r>
        </a:p>
      </dsp:txBody>
      <dsp:txXfrm>
        <a:off x="2907284" y="1864025"/>
        <a:ext cx="645025" cy="338379"/>
      </dsp:txXfrm>
    </dsp:sp>
    <dsp:sp modelId="{87C21E65-76CC-2F41-9F85-5902788FECC8}">
      <dsp:nvSpPr>
        <dsp:cNvPr id="0" name=""/>
        <dsp:cNvSpPr/>
      </dsp:nvSpPr>
      <dsp:spPr>
        <a:xfrm>
          <a:off x="2583837" y="0"/>
          <a:ext cx="1291918" cy="130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anchor="b" anchorCtr="1">
          <a:noAutofit/>
        </a:bodyPr>
        <a:lstStyle/>
        <a:p>
          <a:pPr marL="0" lvl="0" indent="0" algn="ctr" defTabSz="488950">
            <a:lnSpc>
              <a:spcPct val="90000"/>
            </a:lnSpc>
            <a:spcBef>
              <a:spcPct val="0"/>
            </a:spcBef>
            <a:spcAft>
              <a:spcPct val="35000"/>
            </a:spcAft>
            <a:buNone/>
          </a:pPr>
          <a:r>
            <a:rPr lang="en-US" sz="1100" kern="1200"/>
            <a:t>Motor driver and stepper motor tested for reliable stepping and homing</a:t>
          </a:r>
        </a:p>
      </dsp:txBody>
      <dsp:txXfrm>
        <a:off x="2583837" y="0"/>
        <a:ext cx="1291918" cy="1301257"/>
      </dsp:txXfrm>
    </dsp:sp>
    <dsp:sp modelId="{18D184B0-A529-1C4F-B601-6A43520E9803}">
      <dsp:nvSpPr>
        <dsp:cNvPr id="0" name=""/>
        <dsp:cNvSpPr/>
      </dsp:nvSpPr>
      <dsp:spPr>
        <a:xfrm>
          <a:off x="3694887" y="2033215"/>
          <a:ext cx="361737" cy="0"/>
        </a:xfrm>
        <a:custGeom>
          <a:avLst/>
          <a:gdLst/>
          <a:ahLst/>
          <a:cxnLst/>
          <a:rect l="0" t="0" r="0" b="0"/>
          <a:pathLst>
            <a:path>
              <a:moveTo>
                <a:pt x="0" y="0"/>
              </a:moveTo>
              <a:lnTo>
                <a:pt x="361737" y="0"/>
              </a:lnTo>
            </a:path>
          </a:pathLst>
        </a:custGeom>
        <a:noFill/>
        <a:ln w="12700" cap="flat" cmpd="sng" algn="ctr">
          <a:solidFill>
            <a:schemeClr val="accent5">
              <a:hueOff val="3038109"/>
              <a:satOff val="-1368"/>
              <a:lumOff val="-1699"/>
              <a:alphaOff val="0"/>
            </a:schemeClr>
          </a:solidFill>
          <a:prstDash val="solid"/>
          <a:miter lim="800000"/>
        </a:ln>
        <a:effectLst/>
      </dsp:spPr>
      <dsp:style>
        <a:lnRef idx="2">
          <a:scrgbClr r="0" g="0" b="0"/>
        </a:lnRef>
        <a:fillRef idx="1">
          <a:scrgbClr r="0" g="0" b="0"/>
        </a:fillRef>
        <a:effectRef idx="0">
          <a:scrgbClr r="0" g="0" b="0"/>
        </a:effectRef>
        <a:fontRef idx="minor"/>
      </dsp:style>
    </dsp:sp>
    <dsp:sp modelId="{3159AB2A-52E6-744B-83F0-B78323C7F57B}">
      <dsp:nvSpPr>
        <dsp:cNvPr id="0" name=""/>
        <dsp:cNvSpPr/>
      </dsp:nvSpPr>
      <dsp:spPr>
        <a:xfrm>
          <a:off x="3229796" y="1382586"/>
          <a:ext cx="0" cy="406643"/>
        </a:xfrm>
        <a:prstGeom prst="line">
          <a:avLst/>
        </a:prstGeom>
        <a:noFill/>
        <a:ln w="12700" cap="flat" cmpd="sng" algn="ctr">
          <a:solidFill>
            <a:schemeClr val="accent5">
              <a:hueOff val="2604094"/>
              <a:satOff val="-1173"/>
              <a:lumOff val="-1456"/>
              <a:alphaOff val="0"/>
            </a:schemeClr>
          </a:solidFill>
          <a:prstDash val="dash"/>
          <a:miter lim="800000"/>
        </a:ln>
        <a:effectLst/>
      </dsp:spPr>
      <dsp:style>
        <a:lnRef idx="1">
          <a:scrgbClr r="0" g="0" b="0"/>
        </a:lnRef>
        <a:fillRef idx="0">
          <a:scrgbClr r="0" g="0" b="0"/>
        </a:fillRef>
        <a:effectRef idx="0">
          <a:scrgbClr r="0" g="0" b="0"/>
        </a:effectRef>
        <a:fontRef idx="minor"/>
      </dsp:style>
    </dsp:sp>
    <dsp:sp modelId="{A28CA8C7-BCF7-A14D-A62B-F31ED6108168}">
      <dsp:nvSpPr>
        <dsp:cNvPr id="0" name=""/>
        <dsp:cNvSpPr/>
      </dsp:nvSpPr>
      <dsp:spPr>
        <a:xfrm>
          <a:off x="3189132" y="1301257"/>
          <a:ext cx="81328" cy="81328"/>
        </a:xfrm>
        <a:prstGeom prst="rect">
          <a:avLst/>
        </a:prstGeom>
        <a:solidFill>
          <a:schemeClr val="accent5">
            <a:hueOff val="2604094"/>
            <a:satOff val="-1173"/>
            <a:lumOff val="-145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935766-DC96-AA4D-9AC9-50080F91C001}">
      <dsp:nvSpPr>
        <dsp:cNvPr id="0" name=""/>
        <dsp:cNvSpPr/>
      </dsp:nvSpPr>
      <dsp:spPr>
        <a:xfrm>
          <a:off x="4056624" y="1789229"/>
          <a:ext cx="930181" cy="487971"/>
        </a:xfrm>
        <a:prstGeom prst="hexagon">
          <a:avLst>
            <a:gd name="adj" fmla="val 40000"/>
            <a:gd name="vf" fmla="val 115470"/>
          </a:avLst>
        </a:prstGeom>
        <a:solidFill>
          <a:schemeClr val="accent5">
            <a:hueOff val="3906140"/>
            <a:satOff val="-1759"/>
            <a:lumOff val="-2184"/>
            <a:alphaOff val="0"/>
          </a:schemeClr>
        </a:solidFill>
        <a:ln w="12700" cap="flat" cmpd="sng" algn="ctr">
          <a:solidFill>
            <a:schemeClr val="accent5">
              <a:hueOff val="3906140"/>
              <a:satOff val="-1759"/>
              <a:lumOff val="-218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a:t>Feb.–Mar. 2026</a:t>
          </a:r>
        </a:p>
      </dsp:txBody>
      <dsp:txXfrm>
        <a:off x="4199202" y="1864025"/>
        <a:ext cx="645025" cy="338379"/>
      </dsp:txXfrm>
    </dsp:sp>
    <dsp:sp modelId="{EFCF1CEE-1077-994F-A51C-12606AF28AAE}">
      <dsp:nvSpPr>
        <dsp:cNvPr id="0" name=""/>
        <dsp:cNvSpPr/>
      </dsp:nvSpPr>
      <dsp:spPr>
        <a:xfrm>
          <a:off x="3875756" y="2765173"/>
          <a:ext cx="1291918" cy="130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anchor="t" anchorCtr="1">
          <a:noAutofit/>
        </a:bodyPr>
        <a:lstStyle/>
        <a:p>
          <a:pPr marL="0" lvl="0" indent="0" algn="ctr" defTabSz="488950">
            <a:lnSpc>
              <a:spcPct val="90000"/>
            </a:lnSpc>
            <a:spcBef>
              <a:spcPct val="0"/>
            </a:spcBef>
            <a:spcAft>
              <a:spcPct val="35000"/>
            </a:spcAft>
            <a:buNone/>
          </a:pPr>
          <a:r>
            <a:rPr lang="en-US" sz="1100" kern="1200"/>
            <a:t>Light sensor, display, and button inputs integrated into a single Python application</a:t>
          </a:r>
        </a:p>
      </dsp:txBody>
      <dsp:txXfrm>
        <a:off x="3875756" y="2765173"/>
        <a:ext cx="1291918" cy="1301257"/>
      </dsp:txXfrm>
    </dsp:sp>
    <dsp:sp modelId="{5F0715CD-4C33-8E4E-8B7E-029139B8F3E4}">
      <dsp:nvSpPr>
        <dsp:cNvPr id="0" name=""/>
        <dsp:cNvSpPr/>
      </dsp:nvSpPr>
      <dsp:spPr>
        <a:xfrm>
          <a:off x="4986806" y="2033215"/>
          <a:ext cx="361737" cy="0"/>
        </a:xfrm>
        <a:custGeom>
          <a:avLst/>
          <a:gdLst/>
          <a:ahLst/>
          <a:cxnLst/>
          <a:rect l="0" t="0" r="0" b="0"/>
          <a:pathLst>
            <a:path>
              <a:moveTo>
                <a:pt x="0" y="0"/>
              </a:moveTo>
              <a:lnTo>
                <a:pt x="361737" y="0"/>
              </a:lnTo>
            </a:path>
          </a:pathLst>
        </a:custGeom>
        <a:noFill/>
        <a:ln w="12700" cap="flat" cmpd="sng" algn="ctr">
          <a:solidFill>
            <a:schemeClr val="accent5">
              <a:hueOff val="4557164"/>
              <a:satOff val="-2052"/>
              <a:lumOff val="-2548"/>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D1BF1B-7AA6-4D40-ABCA-48AAB63E7C58}">
      <dsp:nvSpPr>
        <dsp:cNvPr id="0" name=""/>
        <dsp:cNvSpPr/>
      </dsp:nvSpPr>
      <dsp:spPr>
        <a:xfrm>
          <a:off x="4521715" y="2277201"/>
          <a:ext cx="0" cy="406643"/>
        </a:xfrm>
        <a:prstGeom prst="line">
          <a:avLst/>
        </a:prstGeom>
        <a:noFill/>
        <a:ln w="12700" cap="flat" cmpd="sng" algn="ctr">
          <a:solidFill>
            <a:schemeClr val="accent5">
              <a:hueOff val="3906140"/>
              <a:satOff val="-1759"/>
              <a:lumOff val="-2184"/>
              <a:alphaOff val="0"/>
            </a:schemeClr>
          </a:solidFill>
          <a:prstDash val="dash"/>
          <a:miter lim="800000"/>
        </a:ln>
        <a:effectLst/>
      </dsp:spPr>
      <dsp:style>
        <a:lnRef idx="1">
          <a:scrgbClr r="0" g="0" b="0"/>
        </a:lnRef>
        <a:fillRef idx="0">
          <a:scrgbClr r="0" g="0" b="0"/>
        </a:fillRef>
        <a:effectRef idx="0">
          <a:scrgbClr r="0" g="0" b="0"/>
        </a:effectRef>
        <a:fontRef idx="minor"/>
      </dsp:style>
    </dsp:sp>
    <dsp:sp modelId="{843058A0-EE6F-494B-9B1A-B30D162BA3F2}">
      <dsp:nvSpPr>
        <dsp:cNvPr id="0" name=""/>
        <dsp:cNvSpPr/>
      </dsp:nvSpPr>
      <dsp:spPr>
        <a:xfrm>
          <a:off x="4481051" y="2683844"/>
          <a:ext cx="81328" cy="81328"/>
        </a:xfrm>
        <a:prstGeom prst="rect">
          <a:avLst/>
        </a:prstGeom>
        <a:solidFill>
          <a:schemeClr val="accent5">
            <a:hueOff val="3906140"/>
            <a:satOff val="-1759"/>
            <a:lumOff val="-21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E6C942-6241-A34A-BDDD-A7C56DBB0E87}">
      <dsp:nvSpPr>
        <dsp:cNvPr id="0" name=""/>
        <dsp:cNvSpPr/>
      </dsp:nvSpPr>
      <dsp:spPr>
        <a:xfrm>
          <a:off x="5348543" y="1789229"/>
          <a:ext cx="930181" cy="487971"/>
        </a:xfrm>
        <a:prstGeom prst="hexagon">
          <a:avLst>
            <a:gd name="adj" fmla="val 40000"/>
            <a:gd name="vf" fmla="val 115470"/>
          </a:avLst>
        </a:prstGeom>
        <a:solidFill>
          <a:schemeClr val="accent5">
            <a:hueOff val="5208187"/>
            <a:satOff val="-2345"/>
            <a:lumOff val="-2913"/>
            <a:alphaOff val="0"/>
          </a:schemeClr>
        </a:solidFill>
        <a:ln w="12700" cap="flat" cmpd="sng" algn="ctr">
          <a:solidFill>
            <a:schemeClr val="accent5">
              <a:hueOff val="5208187"/>
              <a:satOff val="-2345"/>
              <a:lumOff val="-291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a:t>Mar. 2026</a:t>
          </a:r>
        </a:p>
      </dsp:txBody>
      <dsp:txXfrm>
        <a:off x="5491121" y="1864025"/>
        <a:ext cx="645025" cy="338379"/>
      </dsp:txXfrm>
    </dsp:sp>
    <dsp:sp modelId="{7A716104-C1B5-A440-A220-F149EE8659D3}">
      <dsp:nvSpPr>
        <dsp:cNvPr id="0" name=""/>
        <dsp:cNvSpPr/>
      </dsp:nvSpPr>
      <dsp:spPr>
        <a:xfrm>
          <a:off x="5167675" y="0"/>
          <a:ext cx="1291918" cy="130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anchor="b" anchorCtr="1">
          <a:noAutofit/>
        </a:bodyPr>
        <a:lstStyle/>
        <a:p>
          <a:pPr marL="0" lvl="0" indent="0" algn="ctr" defTabSz="488950">
            <a:lnSpc>
              <a:spcPct val="90000"/>
            </a:lnSpc>
            <a:spcBef>
              <a:spcPct val="0"/>
            </a:spcBef>
            <a:spcAft>
              <a:spcPct val="35000"/>
            </a:spcAft>
            <a:buNone/>
          </a:pPr>
          <a:r>
            <a:rPr lang="en-US" sz="1100" kern="1200"/>
            <a:t>Filter wheel control plus multi‑filter capture workflow implemented and validated</a:t>
          </a:r>
        </a:p>
      </dsp:txBody>
      <dsp:txXfrm>
        <a:off x="5167675" y="0"/>
        <a:ext cx="1291918" cy="1301257"/>
      </dsp:txXfrm>
    </dsp:sp>
    <dsp:sp modelId="{26EA00AD-2F24-7D49-9F4B-90C3BF94EFC5}">
      <dsp:nvSpPr>
        <dsp:cNvPr id="0" name=""/>
        <dsp:cNvSpPr/>
      </dsp:nvSpPr>
      <dsp:spPr>
        <a:xfrm>
          <a:off x="6278725" y="2033215"/>
          <a:ext cx="361737" cy="0"/>
        </a:xfrm>
        <a:custGeom>
          <a:avLst/>
          <a:gdLst/>
          <a:ahLst/>
          <a:cxnLst/>
          <a:rect l="0" t="0" r="0" b="0"/>
          <a:pathLst>
            <a:path>
              <a:moveTo>
                <a:pt x="0" y="0"/>
              </a:moveTo>
              <a:lnTo>
                <a:pt x="361737" y="0"/>
              </a:lnTo>
            </a:path>
          </a:pathLst>
        </a:custGeom>
        <a:noFill/>
        <a:ln w="12700" cap="flat" cmpd="sng" algn="ctr">
          <a:solidFill>
            <a:schemeClr val="accent5">
              <a:hueOff val="6076219"/>
              <a:satOff val="-2736"/>
              <a:lumOff val="-3398"/>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DC1DB6-6FB7-5843-97EA-82C9B5158807}">
      <dsp:nvSpPr>
        <dsp:cNvPr id="0" name=""/>
        <dsp:cNvSpPr/>
      </dsp:nvSpPr>
      <dsp:spPr>
        <a:xfrm>
          <a:off x="5813634" y="1382586"/>
          <a:ext cx="0" cy="406643"/>
        </a:xfrm>
        <a:prstGeom prst="line">
          <a:avLst/>
        </a:prstGeom>
        <a:noFill/>
        <a:ln w="12700" cap="flat" cmpd="sng" algn="ctr">
          <a:solidFill>
            <a:schemeClr val="accent5">
              <a:hueOff val="5208187"/>
              <a:satOff val="-2345"/>
              <a:lumOff val="-2913"/>
              <a:alphaOff val="0"/>
            </a:schemeClr>
          </a:solidFill>
          <a:prstDash val="dash"/>
          <a:miter lim="800000"/>
        </a:ln>
        <a:effectLst/>
      </dsp:spPr>
      <dsp:style>
        <a:lnRef idx="1">
          <a:scrgbClr r="0" g="0" b="0"/>
        </a:lnRef>
        <a:fillRef idx="0">
          <a:scrgbClr r="0" g="0" b="0"/>
        </a:fillRef>
        <a:effectRef idx="0">
          <a:scrgbClr r="0" g="0" b="0"/>
        </a:effectRef>
        <a:fontRef idx="minor"/>
      </dsp:style>
    </dsp:sp>
    <dsp:sp modelId="{22027476-9033-E141-8A54-FABED71E4E52}">
      <dsp:nvSpPr>
        <dsp:cNvPr id="0" name=""/>
        <dsp:cNvSpPr/>
      </dsp:nvSpPr>
      <dsp:spPr>
        <a:xfrm>
          <a:off x="5772970" y="1301257"/>
          <a:ext cx="81328" cy="81328"/>
        </a:xfrm>
        <a:prstGeom prst="rect">
          <a:avLst/>
        </a:prstGeom>
        <a:solidFill>
          <a:schemeClr val="accent5">
            <a:hueOff val="5208187"/>
            <a:satOff val="-2345"/>
            <a:lumOff val="-291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A3ECA4-B216-1740-9F45-4D85BC8C89C6}">
      <dsp:nvSpPr>
        <dsp:cNvPr id="0" name=""/>
        <dsp:cNvSpPr/>
      </dsp:nvSpPr>
      <dsp:spPr>
        <a:xfrm>
          <a:off x="6640462" y="1789229"/>
          <a:ext cx="930181" cy="487971"/>
        </a:xfrm>
        <a:prstGeom prst="hexagon">
          <a:avLst>
            <a:gd name="adj" fmla="val 40000"/>
            <a:gd name="vf" fmla="val 115470"/>
          </a:avLst>
        </a:prstGeom>
        <a:solidFill>
          <a:schemeClr val="accent5">
            <a:hueOff val="6510234"/>
            <a:satOff val="-2931"/>
            <a:lumOff val="-3641"/>
            <a:alphaOff val="0"/>
          </a:schemeClr>
        </a:solidFill>
        <a:ln w="12700" cap="flat" cmpd="sng" algn="ctr">
          <a:solidFill>
            <a:schemeClr val="accent5">
              <a:hueOff val="6510234"/>
              <a:satOff val="-2931"/>
              <a:lumOff val="-36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a:t>May 2026</a:t>
          </a:r>
        </a:p>
      </dsp:txBody>
      <dsp:txXfrm>
        <a:off x="6783040" y="1864025"/>
        <a:ext cx="645025" cy="338379"/>
      </dsp:txXfrm>
    </dsp:sp>
    <dsp:sp modelId="{03D34297-3B9D-CA43-A092-ADD0FAF8D8D7}">
      <dsp:nvSpPr>
        <dsp:cNvPr id="0" name=""/>
        <dsp:cNvSpPr/>
      </dsp:nvSpPr>
      <dsp:spPr>
        <a:xfrm>
          <a:off x="6459593" y="2765173"/>
          <a:ext cx="1291918" cy="130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anchor="t" anchorCtr="1">
          <a:noAutofit/>
        </a:bodyPr>
        <a:lstStyle/>
        <a:p>
          <a:pPr marL="0" lvl="0" indent="0" algn="ctr" defTabSz="488950">
            <a:lnSpc>
              <a:spcPct val="90000"/>
            </a:lnSpc>
            <a:spcBef>
              <a:spcPct val="0"/>
            </a:spcBef>
            <a:spcAft>
              <a:spcPct val="35000"/>
            </a:spcAft>
            <a:buNone/>
          </a:pPr>
          <a:r>
            <a:rPr lang="en-US" sz="1100" kern="1200"/>
            <a:t>Full UI (menus, timers, capture modes) and image‑stacking features completed and demo‑ready</a:t>
          </a:r>
        </a:p>
      </dsp:txBody>
      <dsp:txXfrm>
        <a:off x="6459593" y="2765173"/>
        <a:ext cx="1291918" cy="1301257"/>
      </dsp:txXfrm>
    </dsp:sp>
    <dsp:sp modelId="{74B05F18-C921-2340-A1BE-86ED07452E89}">
      <dsp:nvSpPr>
        <dsp:cNvPr id="0" name=""/>
        <dsp:cNvSpPr/>
      </dsp:nvSpPr>
      <dsp:spPr>
        <a:xfrm>
          <a:off x="7570643" y="2033215"/>
          <a:ext cx="361737" cy="0"/>
        </a:xfrm>
        <a:custGeom>
          <a:avLst/>
          <a:gdLst/>
          <a:ahLst/>
          <a:cxnLst/>
          <a:rect l="0" t="0" r="0" b="0"/>
          <a:pathLst>
            <a:path>
              <a:moveTo>
                <a:pt x="0" y="0"/>
              </a:moveTo>
              <a:lnTo>
                <a:pt x="361737" y="0"/>
              </a:lnTo>
            </a:path>
          </a:pathLst>
        </a:custGeom>
        <a:noFill/>
        <a:ln w="12700" cap="flat" cmpd="sng" algn="ctr">
          <a:solidFill>
            <a:schemeClr val="accent5">
              <a:hueOff val="7595273"/>
              <a:satOff val="-3420"/>
              <a:lumOff val="-4247"/>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5ED35C-2E9D-A240-BEEC-AFF5DBC9D560}">
      <dsp:nvSpPr>
        <dsp:cNvPr id="0" name=""/>
        <dsp:cNvSpPr/>
      </dsp:nvSpPr>
      <dsp:spPr>
        <a:xfrm>
          <a:off x="7105553" y="2277201"/>
          <a:ext cx="0" cy="406643"/>
        </a:xfrm>
        <a:prstGeom prst="line">
          <a:avLst/>
        </a:prstGeom>
        <a:noFill/>
        <a:ln w="12700" cap="flat" cmpd="sng" algn="ctr">
          <a:solidFill>
            <a:schemeClr val="accent5">
              <a:hueOff val="6510234"/>
              <a:satOff val="-2931"/>
              <a:lumOff val="-3641"/>
              <a:alphaOff val="0"/>
            </a:schemeClr>
          </a:solidFill>
          <a:prstDash val="dash"/>
          <a:miter lim="800000"/>
        </a:ln>
        <a:effectLst/>
      </dsp:spPr>
      <dsp:style>
        <a:lnRef idx="1">
          <a:scrgbClr r="0" g="0" b="0"/>
        </a:lnRef>
        <a:fillRef idx="0">
          <a:scrgbClr r="0" g="0" b="0"/>
        </a:fillRef>
        <a:effectRef idx="0">
          <a:scrgbClr r="0" g="0" b="0"/>
        </a:effectRef>
        <a:fontRef idx="minor"/>
      </dsp:style>
    </dsp:sp>
    <dsp:sp modelId="{C44D9637-1C5E-8841-B575-E40028E90F1D}">
      <dsp:nvSpPr>
        <dsp:cNvPr id="0" name=""/>
        <dsp:cNvSpPr/>
      </dsp:nvSpPr>
      <dsp:spPr>
        <a:xfrm>
          <a:off x="7064888" y="2683844"/>
          <a:ext cx="81328" cy="81328"/>
        </a:xfrm>
        <a:prstGeom prst="rect">
          <a:avLst/>
        </a:prstGeom>
        <a:solidFill>
          <a:schemeClr val="accent5">
            <a:hueOff val="6510234"/>
            <a:satOff val="-2931"/>
            <a:lumOff val="-36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4A0453-A2DE-4D46-898E-1CC8D9B3C62F}">
      <dsp:nvSpPr>
        <dsp:cNvPr id="0" name=""/>
        <dsp:cNvSpPr/>
      </dsp:nvSpPr>
      <dsp:spPr>
        <a:xfrm>
          <a:off x="7932381" y="1789229"/>
          <a:ext cx="930181" cy="487971"/>
        </a:xfrm>
        <a:prstGeom prst="hexagon">
          <a:avLst>
            <a:gd name="adj" fmla="val 40000"/>
            <a:gd name="vf" fmla="val 115470"/>
          </a:avLst>
        </a:prstGeom>
        <a:solidFill>
          <a:schemeClr val="accent5">
            <a:hueOff val="7812281"/>
            <a:satOff val="-3518"/>
            <a:lumOff val="-4369"/>
            <a:alphaOff val="0"/>
          </a:schemeClr>
        </a:solidFill>
        <a:ln w="12700" cap="flat" cmpd="sng" algn="ctr">
          <a:solidFill>
            <a:schemeClr val="accent5">
              <a:hueOff val="7812281"/>
              <a:satOff val="-3518"/>
              <a:lumOff val="-436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a:t>Mar. 2026</a:t>
          </a:r>
        </a:p>
      </dsp:txBody>
      <dsp:txXfrm>
        <a:off x="8074959" y="1864025"/>
        <a:ext cx="645025" cy="338379"/>
      </dsp:txXfrm>
    </dsp:sp>
    <dsp:sp modelId="{7B2DFE3F-9A9A-EA4E-AED8-EBD8D4308208}">
      <dsp:nvSpPr>
        <dsp:cNvPr id="0" name=""/>
        <dsp:cNvSpPr/>
      </dsp:nvSpPr>
      <dsp:spPr>
        <a:xfrm>
          <a:off x="7751512" y="0"/>
          <a:ext cx="1291918" cy="130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anchor="b" anchorCtr="1">
          <a:noAutofit/>
        </a:bodyPr>
        <a:lstStyle/>
        <a:p>
          <a:pPr marL="0" lvl="0" indent="0" algn="ctr" defTabSz="488950">
            <a:lnSpc>
              <a:spcPct val="90000"/>
            </a:lnSpc>
            <a:spcBef>
              <a:spcPct val="0"/>
            </a:spcBef>
            <a:spcAft>
              <a:spcPct val="35000"/>
            </a:spcAft>
            <a:buNone/>
          </a:pPr>
          <a:r>
            <a:rPr lang="en-US" sz="1100" kern="1200"/>
            <a:t>Filter Wheel Design &amp; Body of the camera</a:t>
          </a:r>
        </a:p>
      </dsp:txBody>
      <dsp:txXfrm>
        <a:off x="7751512" y="0"/>
        <a:ext cx="1291918" cy="1301257"/>
      </dsp:txXfrm>
    </dsp:sp>
    <dsp:sp modelId="{447E4E25-CDBD-E44B-B3BE-6C33B439EDE7}">
      <dsp:nvSpPr>
        <dsp:cNvPr id="0" name=""/>
        <dsp:cNvSpPr/>
      </dsp:nvSpPr>
      <dsp:spPr>
        <a:xfrm>
          <a:off x="8862562" y="2033215"/>
          <a:ext cx="361737" cy="0"/>
        </a:xfrm>
        <a:custGeom>
          <a:avLst/>
          <a:gdLst/>
          <a:ahLst/>
          <a:cxnLst/>
          <a:rect l="0" t="0" r="0" b="0"/>
          <a:pathLst>
            <a:path>
              <a:moveTo>
                <a:pt x="0" y="0"/>
              </a:moveTo>
              <a:lnTo>
                <a:pt x="361737" y="0"/>
              </a:lnTo>
            </a:path>
          </a:pathLst>
        </a:custGeom>
        <a:noFill/>
        <a:ln w="12700" cap="flat" cmpd="sng" algn="ctr">
          <a:solidFill>
            <a:schemeClr val="accent5">
              <a:hueOff val="9114327"/>
              <a:satOff val="-4104"/>
              <a:lumOff val="-5097"/>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E5087E-10EB-7A43-8D0A-A8498E1B257D}">
      <dsp:nvSpPr>
        <dsp:cNvPr id="0" name=""/>
        <dsp:cNvSpPr/>
      </dsp:nvSpPr>
      <dsp:spPr>
        <a:xfrm>
          <a:off x="8397471" y="1382586"/>
          <a:ext cx="0" cy="406643"/>
        </a:xfrm>
        <a:prstGeom prst="line">
          <a:avLst/>
        </a:prstGeom>
        <a:noFill/>
        <a:ln w="12700" cap="flat" cmpd="sng" algn="ctr">
          <a:solidFill>
            <a:schemeClr val="accent5">
              <a:hueOff val="7812281"/>
              <a:satOff val="-3518"/>
              <a:lumOff val="-4369"/>
              <a:alphaOff val="0"/>
            </a:schemeClr>
          </a:solidFill>
          <a:prstDash val="dash"/>
          <a:miter lim="800000"/>
        </a:ln>
        <a:effectLst/>
      </dsp:spPr>
      <dsp:style>
        <a:lnRef idx="1">
          <a:scrgbClr r="0" g="0" b="0"/>
        </a:lnRef>
        <a:fillRef idx="0">
          <a:scrgbClr r="0" g="0" b="0"/>
        </a:fillRef>
        <a:effectRef idx="0">
          <a:scrgbClr r="0" g="0" b="0"/>
        </a:effectRef>
        <a:fontRef idx="minor"/>
      </dsp:style>
    </dsp:sp>
    <dsp:sp modelId="{50537759-8123-8D4E-BDAD-5A0C9AB55120}">
      <dsp:nvSpPr>
        <dsp:cNvPr id="0" name=""/>
        <dsp:cNvSpPr/>
      </dsp:nvSpPr>
      <dsp:spPr>
        <a:xfrm>
          <a:off x="8356807" y="1301257"/>
          <a:ext cx="81328" cy="81328"/>
        </a:xfrm>
        <a:prstGeom prst="rect">
          <a:avLst/>
        </a:prstGeom>
        <a:solidFill>
          <a:schemeClr val="accent5">
            <a:hueOff val="7812281"/>
            <a:satOff val="-3518"/>
            <a:lumOff val="-43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33BC69-1ECB-F142-BCBD-1146FE4FFD2D}">
      <dsp:nvSpPr>
        <dsp:cNvPr id="0" name=""/>
        <dsp:cNvSpPr/>
      </dsp:nvSpPr>
      <dsp:spPr>
        <a:xfrm rot="10800000">
          <a:off x="9224299" y="1789229"/>
          <a:ext cx="930181" cy="487971"/>
        </a:xfrm>
        <a:prstGeom prst="homePlate">
          <a:avLst>
            <a:gd name="adj" fmla="val 40000"/>
          </a:avLst>
        </a:prstGeom>
        <a:solidFill>
          <a:schemeClr val="accent5">
            <a:hueOff val="9114327"/>
            <a:satOff val="-4104"/>
            <a:lumOff val="-5097"/>
            <a:alphaOff val="0"/>
          </a:schemeClr>
        </a:solidFill>
        <a:ln w="12700" cap="flat" cmpd="sng" algn="ctr">
          <a:solidFill>
            <a:schemeClr val="accent5">
              <a:hueOff val="9114327"/>
              <a:satOff val="-4104"/>
              <a:lumOff val="-509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a:t>Apr. 2026</a:t>
          </a:r>
        </a:p>
      </dsp:txBody>
      <dsp:txXfrm rot="10800000">
        <a:off x="9321893" y="1789229"/>
        <a:ext cx="832587" cy="487971"/>
      </dsp:txXfrm>
    </dsp:sp>
    <dsp:sp modelId="{82333F28-A04E-FD4B-8090-3099AE2CD00E}">
      <dsp:nvSpPr>
        <dsp:cNvPr id="0" name=""/>
        <dsp:cNvSpPr/>
      </dsp:nvSpPr>
      <dsp:spPr>
        <a:xfrm>
          <a:off x="9043431" y="2765173"/>
          <a:ext cx="1291918" cy="1301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7790" rIns="0" bIns="97790" numCol="1" spcCol="1270" anchor="t" anchorCtr="1">
          <a:noAutofit/>
        </a:bodyPr>
        <a:lstStyle/>
        <a:p>
          <a:pPr marL="0" lvl="0" indent="0" algn="ctr" defTabSz="488950">
            <a:lnSpc>
              <a:spcPct val="90000"/>
            </a:lnSpc>
            <a:spcBef>
              <a:spcPct val="0"/>
            </a:spcBef>
            <a:spcAft>
              <a:spcPct val="35000"/>
            </a:spcAft>
            <a:buNone/>
          </a:pPr>
          <a:r>
            <a:rPr lang="en-US" sz="1100" kern="1200"/>
            <a:t>Final Testing</a:t>
          </a:r>
        </a:p>
      </dsp:txBody>
      <dsp:txXfrm>
        <a:off x="9043431" y="2765173"/>
        <a:ext cx="1291918" cy="1301257"/>
      </dsp:txXfrm>
    </dsp:sp>
    <dsp:sp modelId="{A975E397-382C-A545-8834-098789337BE5}">
      <dsp:nvSpPr>
        <dsp:cNvPr id="0" name=""/>
        <dsp:cNvSpPr/>
      </dsp:nvSpPr>
      <dsp:spPr>
        <a:xfrm>
          <a:off x="9689390" y="2277201"/>
          <a:ext cx="0" cy="406643"/>
        </a:xfrm>
        <a:prstGeom prst="line">
          <a:avLst/>
        </a:prstGeom>
        <a:noFill/>
        <a:ln w="12700" cap="flat" cmpd="sng" algn="ctr">
          <a:solidFill>
            <a:schemeClr val="accent5">
              <a:hueOff val="9114327"/>
              <a:satOff val="-4104"/>
              <a:lumOff val="-5097"/>
              <a:alphaOff val="0"/>
            </a:schemeClr>
          </a:solidFill>
          <a:prstDash val="dash"/>
          <a:miter lim="800000"/>
        </a:ln>
        <a:effectLst/>
      </dsp:spPr>
      <dsp:style>
        <a:lnRef idx="1">
          <a:scrgbClr r="0" g="0" b="0"/>
        </a:lnRef>
        <a:fillRef idx="0">
          <a:scrgbClr r="0" g="0" b="0"/>
        </a:fillRef>
        <a:effectRef idx="0">
          <a:scrgbClr r="0" g="0" b="0"/>
        </a:effectRef>
        <a:fontRef idx="minor"/>
      </dsp:style>
    </dsp:sp>
    <dsp:sp modelId="{1652A264-2ABF-5F4E-A3EE-BCB64AC3C844}">
      <dsp:nvSpPr>
        <dsp:cNvPr id="0" name=""/>
        <dsp:cNvSpPr/>
      </dsp:nvSpPr>
      <dsp:spPr>
        <a:xfrm>
          <a:off x="9648726" y="2683844"/>
          <a:ext cx="81328" cy="81328"/>
        </a:xfrm>
        <a:prstGeom prst="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772011-7617-CF4F-8778-E212740A5EFF}">
      <dsp:nvSpPr>
        <dsp:cNvPr id="0" name=""/>
        <dsp:cNvSpPr/>
      </dsp:nvSpPr>
      <dsp:spPr>
        <a:xfrm>
          <a:off x="0" y="98658"/>
          <a:ext cx="6949440" cy="47670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Planning &amp; Proposal phase </a:t>
          </a:r>
        </a:p>
      </dsp:txBody>
      <dsp:txXfrm>
        <a:off x="23271" y="121929"/>
        <a:ext cx="6902898" cy="430159"/>
      </dsp:txXfrm>
    </dsp:sp>
    <dsp:sp modelId="{EA6244BD-16B1-0440-B299-B7B86D41AFAD}">
      <dsp:nvSpPr>
        <dsp:cNvPr id="0" name=""/>
        <dsp:cNvSpPr/>
      </dsp:nvSpPr>
      <dsp:spPr>
        <a:xfrm>
          <a:off x="0" y="609920"/>
          <a:ext cx="6949440" cy="476701"/>
        </a:xfrm>
        <a:prstGeom prst="roundRect">
          <a:avLst/>
        </a:prstGeom>
        <a:solidFill>
          <a:schemeClr val="accent5">
            <a:hueOff val="911433"/>
            <a:satOff val="-410"/>
            <a:lumOff val="-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Most of CAD designs for structure and filter wheel </a:t>
          </a:r>
        </a:p>
      </dsp:txBody>
      <dsp:txXfrm>
        <a:off x="23271" y="633191"/>
        <a:ext cx="6902898" cy="430159"/>
      </dsp:txXfrm>
    </dsp:sp>
    <dsp:sp modelId="{6B27D542-A27E-C845-9939-34ACEFE58ED3}">
      <dsp:nvSpPr>
        <dsp:cNvPr id="0" name=""/>
        <dsp:cNvSpPr/>
      </dsp:nvSpPr>
      <dsp:spPr>
        <a:xfrm>
          <a:off x="0" y="1121182"/>
          <a:ext cx="6949440" cy="476701"/>
        </a:xfrm>
        <a:prstGeom prst="roundRect">
          <a:avLst/>
        </a:prstGeom>
        <a:solidFill>
          <a:schemeClr val="accent5">
            <a:hueOff val="1822866"/>
            <a:satOff val="-821"/>
            <a:lumOff val="-101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Conceptual design for optics train and filter wheel </a:t>
          </a:r>
        </a:p>
      </dsp:txBody>
      <dsp:txXfrm>
        <a:off x="23271" y="1144453"/>
        <a:ext cx="6902898" cy="430159"/>
      </dsp:txXfrm>
    </dsp:sp>
    <dsp:sp modelId="{89E72A52-F7CC-8B48-8321-1D4D617DDD35}">
      <dsp:nvSpPr>
        <dsp:cNvPr id="0" name=""/>
        <dsp:cNvSpPr/>
      </dsp:nvSpPr>
      <dsp:spPr>
        <a:xfrm>
          <a:off x="0" y="1632444"/>
          <a:ext cx="6949440" cy="476701"/>
        </a:xfrm>
        <a:prstGeom prst="roundRect">
          <a:avLst/>
        </a:prstGeom>
        <a:solidFill>
          <a:schemeClr val="accent5">
            <a:hueOff val="2734298"/>
            <a:satOff val="-1231"/>
            <a:lumOff val="-15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C</a:t>
          </a:r>
          <a:r>
            <a:rPr lang="en-US" sz="1200" b="0" i="0" kern="1200"/>
            <a:t>amera operational on Pi with working Camera class (auto/manual exposure, test suite).</a:t>
          </a:r>
          <a:endParaRPr lang="en-US" sz="1200" kern="1200"/>
        </a:p>
      </dsp:txBody>
      <dsp:txXfrm>
        <a:off x="23271" y="1655715"/>
        <a:ext cx="6902898" cy="430159"/>
      </dsp:txXfrm>
    </dsp:sp>
    <dsp:sp modelId="{79096AD1-B547-7049-A952-569F2EAB2D35}">
      <dsp:nvSpPr>
        <dsp:cNvPr id="0" name=""/>
        <dsp:cNvSpPr/>
      </dsp:nvSpPr>
      <dsp:spPr>
        <a:xfrm>
          <a:off x="0" y="2143706"/>
          <a:ext cx="6949440" cy="476701"/>
        </a:xfrm>
        <a:prstGeom prst="roundRect">
          <a:avLst/>
        </a:prstGeom>
        <a:solidFill>
          <a:schemeClr val="accent5">
            <a:hueOff val="3645731"/>
            <a:satOff val="-1642"/>
            <a:lumOff val="-203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i="0" kern="1200"/>
            <a:t>Designed 3D‑printed camera housing and filter‑wheel geometry for motor, filters, and sensor alignment.</a:t>
          </a:r>
          <a:endParaRPr lang="en-US" sz="1200" kern="1200"/>
        </a:p>
      </dsp:txBody>
      <dsp:txXfrm>
        <a:off x="23271" y="2166977"/>
        <a:ext cx="6902898" cy="430159"/>
      </dsp:txXfrm>
    </dsp:sp>
    <dsp:sp modelId="{E90EF0ED-FE7E-1846-AB6A-C2E404B0E89A}">
      <dsp:nvSpPr>
        <dsp:cNvPr id="0" name=""/>
        <dsp:cNvSpPr/>
      </dsp:nvSpPr>
      <dsp:spPr>
        <a:xfrm>
          <a:off x="0" y="2654968"/>
          <a:ext cx="6949440" cy="476701"/>
        </a:xfrm>
        <a:prstGeom prst="roundRect">
          <a:avLst/>
        </a:prstGeom>
        <a:solidFill>
          <a:schemeClr val="accent5">
            <a:hueOff val="4557164"/>
            <a:satOff val="-2052"/>
            <a:lumOff val="-254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i="0" kern="1200"/>
            <a:t>Planned stepper‑motor step sequences, filter positions, and button layout for navigation/shutter.</a:t>
          </a:r>
          <a:endParaRPr lang="en-US" sz="1200" kern="1200"/>
        </a:p>
      </dsp:txBody>
      <dsp:txXfrm>
        <a:off x="23271" y="2678239"/>
        <a:ext cx="6902898" cy="430159"/>
      </dsp:txXfrm>
    </dsp:sp>
    <dsp:sp modelId="{62F24995-9C07-B540-8A3A-8FA7ADAFC54C}">
      <dsp:nvSpPr>
        <dsp:cNvPr id="0" name=""/>
        <dsp:cNvSpPr/>
      </dsp:nvSpPr>
      <dsp:spPr>
        <a:xfrm>
          <a:off x="0" y="3166229"/>
          <a:ext cx="6949440" cy="476701"/>
        </a:xfrm>
        <a:prstGeom prst="roundRect">
          <a:avLst/>
        </a:prstGeom>
        <a:solidFill>
          <a:schemeClr val="accent5">
            <a:hueOff val="5468597"/>
            <a:satOff val="-2462"/>
            <a:lumOff val="-30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Remaining tasks:</a:t>
          </a:r>
        </a:p>
      </dsp:txBody>
      <dsp:txXfrm>
        <a:off x="23271" y="3189500"/>
        <a:ext cx="6902898" cy="430159"/>
      </dsp:txXfrm>
    </dsp:sp>
    <dsp:sp modelId="{63E8F281-0125-EF42-857E-8F03F42D605A}">
      <dsp:nvSpPr>
        <dsp:cNvPr id="0" name=""/>
        <dsp:cNvSpPr/>
      </dsp:nvSpPr>
      <dsp:spPr>
        <a:xfrm>
          <a:off x="0" y="3677491"/>
          <a:ext cx="6949440" cy="476701"/>
        </a:xfrm>
        <a:prstGeom prst="roundRect">
          <a:avLst/>
        </a:prstGeom>
        <a:solidFill>
          <a:schemeClr val="accent5">
            <a:hueOff val="6380029"/>
            <a:satOff val="-2873"/>
            <a:lumOff val="-35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i="0" kern="1200"/>
            <a:t>Finalize and print mechanical parts; assemble motor, sensors, and camera into enclosure.</a:t>
          </a:r>
          <a:endParaRPr lang="en-US" sz="1200" kern="1200"/>
        </a:p>
      </dsp:txBody>
      <dsp:txXfrm>
        <a:off x="23271" y="3700762"/>
        <a:ext cx="6902898" cy="430159"/>
      </dsp:txXfrm>
    </dsp:sp>
    <dsp:sp modelId="{06BD10E7-ADAC-3C46-BBF9-864B78BA0FEC}">
      <dsp:nvSpPr>
        <dsp:cNvPr id="0" name=""/>
        <dsp:cNvSpPr/>
      </dsp:nvSpPr>
      <dsp:spPr>
        <a:xfrm>
          <a:off x="0" y="4188753"/>
          <a:ext cx="6949440" cy="476701"/>
        </a:xfrm>
        <a:prstGeom prst="roundRect">
          <a:avLst/>
        </a:prstGeom>
        <a:solidFill>
          <a:schemeClr val="accent5">
            <a:hueOff val="7291462"/>
            <a:satOff val="-3283"/>
            <a:lumOff val="-40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i="0" kern="1200"/>
            <a:t>Implement stepper control for repeatable filter‑wheel positioning.</a:t>
          </a:r>
          <a:endParaRPr lang="en-US" sz="1200" kern="1200"/>
        </a:p>
      </dsp:txBody>
      <dsp:txXfrm>
        <a:off x="23271" y="4212024"/>
        <a:ext cx="6902898" cy="430159"/>
      </dsp:txXfrm>
    </dsp:sp>
    <dsp:sp modelId="{A9A21AC7-AB91-884D-977D-2000249493A2}">
      <dsp:nvSpPr>
        <dsp:cNvPr id="0" name=""/>
        <dsp:cNvSpPr/>
      </dsp:nvSpPr>
      <dsp:spPr>
        <a:xfrm>
          <a:off x="0" y="4700015"/>
          <a:ext cx="6949440" cy="476701"/>
        </a:xfrm>
        <a:prstGeom prst="roundRect">
          <a:avLst/>
        </a:prstGeom>
        <a:solidFill>
          <a:schemeClr val="accent5">
            <a:hueOff val="8202894"/>
            <a:satOff val="-3694"/>
            <a:lumOff val="-458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i="0" kern="1200"/>
            <a:t>Wire light sensor, display, and buttons; build on‑device menu UI for modes and settings.</a:t>
          </a:r>
          <a:endParaRPr lang="en-US" sz="1200" kern="1200"/>
        </a:p>
      </dsp:txBody>
      <dsp:txXfrm>
        <a:off x="23271" y="4723286"/>
        <a:ext cx="6902898" cy="430159"/>
      </dsp:txXfrm>
    </dsp:sp>
    <dsp:sp modelId="{32A0D5B1-8FBE-4F49-9AD4-33B508CDF9A4}">
      <dsp:nvSpPr>
        <dsp:cNvPr id="0" name=""/>
        <dsp:cNvSpPr/>
      </dsp:nvSpPr>
      <dsp:spPr>
        <a:xfrm>
          <a:off x="0" y="5211277"/>
          <a:ext cx="6949440" cy="476701"/>
        </a:xfrm>
        <a:prstGeom prst="roundRect">
          <a:avLst/>
        </a:prstGeom>
        <a:solidFill>
          <a:schemeClr val="accent5">
            <a:hueOff val="9114327"/>
            <a:satOff val="-4104"/>
            <a:lumOff val="-50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b="0" i="0" kern="1200"/>
            <a:t>Implement multi‑filter capture, image stacking, and end‑to‑end demo with processed results.</a:t>
          </a:r>
          <a:endParaRPr lang="en-US" sz="1200" kern="1200"/>
        </a:p>
      </dsp:txBody>
      <dsp:txXfrm>
        <a:off x="23271" y="5234548"/>
        <a:ext cx="6902898" cy="4301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B767BF-62AC-4A86-9A4A-3A8ED037BA18}">
      <dsp:nvSpPr>
        <dsp:cNvPr id="0" name=""/>
        <dsp:cNvSpPr/>
      </dsp:nvSpPr>
      <dsp:spPr>
        <a:xfrm>
          <a:off x="0" y="3448"/>
          <a:ext cx="10945037" cy="73457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A55013-7A14-40DD-9069-67D876472135}">
      <dsp:nvSpPr>
        <dsp:cNvPr id="0" name=""/>
        <dsp:cNvSpPr/>
      </dsp:nvSpPr>
      <dsp:spPr>
        <a:xfrm>
          <a:off x="222209" y="168728"/>
          <a:ext cx="404016" cy="4040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9FA99E-6711-4E84-AAC0-CA2E340899DD}">
      <dsp:nvSpPr>
        <dsp:cNvPr id="0" name=""/>
        <dsp:cNvSpPr/>
      </dsp:nvSpPr>
      <dsp:spPr>
        <a:xfrm>
          <a:off x="848435" y="3448"/>
          <a:ext cx="10096601" cy="734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743" tIns="77743" rIns="77743" bIns="77743" numCol="1" spcCol="1270" anchor="ctr" anchorCtr="0">
          <a:noAutofit/>
        </a:bodyPr>
        <a:lstStyle/>
        <a:p>
          <a:pPr marL="0" lvl="0" indent="0" algn="l" defTabSz="622300">
            <a:lnSpc>
              <a:spcPct val="90000"/>
            </a:lnSpc>
            <a:spcBef>
              <a:spcPct val="0"/>
            </a:spcBef>
            <a:spcAft>
              <a:spcPct val="35000"/>
            </a:spcAft>
            <a:buNone/>
          </a:pPr>
          <a:r>
            <a:rPr lang="en-US" sz="1400" b="1" i="0" kern="1200"/>
            <a:t>Camera instance conflicts: </a:t>
          </a:r>
          <a:r>
            <a:rPr lang="en-US" sz="1400" b="0" i="0" kern="1200"/>
            <a:t>Multiple Picamera2 instances caused "device busy" errors; solved by implementing a singleton pattern in the Camera class to ensure only one instance exists.​</a:t>
          </a:r>
          <a:endParaRPr lang="en-US" sz="1400" kern="1200"/>
        </a:p>
      </dsp:txBody>
      <dsp:txXfrm>
        <a:off x="848435" y="3448"/>
        <a:ext cx="10096601" cy="734576"/>
      </dsp:txXfrm>
    </dsp:sp>
    <dsp:sp modelId="{7762C29F-4609-46C5-A9AF-3B38872725D9}">
      <dsp:nvSpPr>
        <dsp:cNvPr id="0" name=""/>
        <dsp:cNvSpPr/>
      </dsp:nvSpPr>
      <dsp:spPr>
        <a:xfrm>
          <a:off x="0" y="921668"/>
          <a:ext cx="10945037" cy="73457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F4DFAD-7B6C-4978-A06E-2C97303867AD}">
      <dsp:nvSpPr>
        <dsp:cNvPr id="0" name=""/>
        <dsp:cNvSpPr/>
      </dsp:nvSpPr>
      <dsp:spPr>
        <a:xfrm>
          <a:off x="222209" y="1086948"/>
          <a:ext cx="404016" cy="4040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BD4119-1BBB-44D0-B650-7CAFD0548CE0}">
      <dsp:nvSpPr>
        <dsp:cNvPr id="0" name=""/>
        <dsp:cNvSpPr/>
      </dsp:nvSpPr>
      <dsp:spPr>
        <a:xfrm>
          <a:off x="848435" y="921668"/>
          <a:ext cx="10096601" cy="734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743" tIns="77743" rIns="77743" bIns="77743" numCol="1" spcCol="1270" anchor="ctr" anchorCtr="0">
          <a:noAutofit/>
        </a:bodyPr>
        <a:lstStyle/>
        <a:p>
          <a:pPr marL="0" lvl="0" indent="0" algn="l" defTabSz="622300">
            <a:lnSpc>
              <a:spcPct val="90000"/>
            </a:lnSpc>
            <a:spcBef>
              <a:spcPct val="0"/>
            </a:spcBef>
            <a:spcAft>
              <a:spcPct val="35000"/>
            </a:spcAft>
            <a:buNone/>
          </a:pPr>
          <a:r>
            <a:rPr lang="en-US" sz="1400" b="1" i="0" kern="1200"/>
            <a:t>Overexposed images: </a:t>
          </a:r>
          <a:r>
            <a:rPr lang="en-US" sz="1400" b="0" i="0" kern="1200"/>
            <a:t>Initial test captures produced white frames due to excessive ISO/shutter values; debugged by comparing direct picamera2 calls, tuned exposure parameters, and validated with auto-exposure baseline.</a:t>
          </a:r>
          <a:endParaRPr lang="en-US" sz="1400" kern="1200"/>
        </a:p>
      </dsp:txBody>
      <dsp:txXfrm>
        <a:off x="848435" y="921668"/>
        <a:ext cx="10096601" cy="734576"/>
      </dsp:txXfrm>
    </dsp:sp>
    <dsp:sp modelId="{FD1604A2-6232-4AA3-AB78-FDCB1DCC8FBB}">
      <dsp:nvSpPr>
        <dsp:cNvPr id="0" name=""/>
        <dsp:cNvSpPr/>
      </dsp:nvSpPr>
      <dsp:spPr>
        <a:xfrm>
          <a:off x="0" y="1839888"/>
          <a:ext cx="10945037" cy="73457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CB2A21-CB5D-43F8-BB2B-0130A45884F3}">
      <dsp:nvSpPr>
        <dsp:cNvPr id="0" name=""/>
        <dsp:cNvSpPr/>
      </dsp:nvSpPr>
      <dsp:spPr>
        <a:xfrm>
          <a:off x="222209" y="2005168"/>
          <a:ext cx="404016" cy="4040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C461B4-B8C5-4196-B9AE-843365F5B5EF}">
      <dsp:nvSpPr>
        <dsp:cNvPr id="0" name=""/>
        <dsp:cNvSpPr/>
      </dsp:nvSpPr>
      <dsp:spPr>
        <a:xfrm>
          <a:off x="848435" y="1839888"/>
          <a:ext cx="10096601" cy="734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743" tIns="77743" rIns="77743" bIns="77743" numCol="1" spcCol="1270" anchor="ctr" anchorCtr="0">
          <a:noAutofit/>
        </a:bodyPr>
        <a:lstStyle/>
        <a:p>
          <a:pPr marL="0" lvl="0" indent="0" algn="l" defTabSz="622300">
            <a:lnSpc>
              <a:spcPct val="90000"/>
            </a:lnSpc>
            <a:spcBef>
              <a:spcPct val="0"/>
            </a:spcBef>
            <a:spcAft>
              <a:spcPct val="35000"/>
            </a:spcAft>
            <a:buNone/>
          </a:pPr>
          <a:r>
            <a:rPr lang="en-US" sz="1400" b="1" i="0" kern="1200"/>
            <a:t>Mechanical alignment: </a:t>
          </a:r>
          <a:r>
            <a:rPr lang="en-US" sz="1400" b="0" i="0" kern="1200"/>
            <a:t>Achieving precise filter-to-sensor alignment in housing required iterative design of mounting points and tolerances to prevent light leaks and maintain focus.</a:t>
          </a:r>
          <a:endParaRPr lang="en-US" sz="1400" kern="1200"/>
        </a:p>
      </dsp:txBody>
      <dsp:txXfrm>
        <a:off x="848435" y="1839888"/>
        <a:ext cx="10096601" cy="734576"/>
      </dsp:txXfrm>
    </dsp:sp>
    <dsp:sp modelId="{6760A98D-B352-4014-80A5-545D365404A3}">
      <dsp:nvSpPr>
        <dsp:cNvPr id="0" name=""/>
        <dsp:cNvSpPr/>
      </dsp:nvSpPr>
      <dsp:spPr>
        <a:xfrm>
          <a:off x="0" y="2758109"/>
          <a:ext cx="10945037" cy="73457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2D7CA2-53D1-40AD-83A8-82F3E337985A}">
      <dsp:nvSpPr>
        <dsp:cNvPr id="0" name=""/>
        <dsp:cNvSpPr/>
      </dsp:nvSpPr>
      <dsp:spPr>
        <a:xfrm>
          <a:off x="222209" y="2923388"/>
          <a:ext cx="404016" cy="4040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A03B53-36D9-4A8A-9C6F-B7F4595C5B1D}">
      <dsp:nvSpPr>
        <dsp:cNvPr id="0" name=""/>
        <dsp:cNvSpPr/>
      </dsp:nvSpPr>
      <dsp:spPr>
        <a:xfrm>
          <a:off x="848435" y="2758109"/>
          <a:ext cx="10096601" cy="734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743" tIns="77743" rIns="77743" bIns="77743" numCol="1" spcCol="1270" anchor="ctr" anchorCtr="0">
          <a:noAutofit/>
        </a:bodyPr>
        <a:lstStyle/>
        <a:p>
          <a:pPr marL="0" lvl="0" indent="0" algn="l" defTabSz="622300">
            <a:lnSpc>
              <a:spcPct val="90000"/>
            </a:lnSpc>
            <a:spcBef>
              <a:spcPct val="0"/>
            </a:spcBef>
            <a:spcAft>
              <a:spcPct val="35000"/>
            </a:spcAft>
            <a:buNone/>
          </a:pPr>
          <a:r>
            <a:rPr lang="en-US" sz="1400" b="1" i="0" kern="1200"/>
            <a:t>Motor positioning accuracy: </a:t>
          </a:r>
          <a:r>
            <a:rPr lang="en-US" sz="1400" b="0" i="0" kern="1200"/>
            <a:t>Ensuring repeatable filter-wheel indexing demands reliable step counting and homing logic; designed a structured approach with defined step sequences and position tracking.</a:t>
          </a:r>
          <a:endParaRPr lang="en-US" sz="1400" kern="1200"/>
        </a:p>
      </dsp:txBody>
      <dsp:txXfrm>
        <a:off x="848435" y="2758109"/>
        <a:ext cx="10096601" cy="734576"/>
      </dsp:txXfrm>
    </dsp:sp>
    <dsp:sp modelId="{0975F993-039F-40DC-B20D-A5F5BF630914}">
      <dsp:nvSpPr>
        <dsp:cNvPr id="0" name=""/>
        <dsp:cNvSpPr/>
      </dsp:nvSpPr>
      <dsp:spPr>
        <a:xfrm>
          <a:off x="0" y="3676329"/>
          <a:ext cx="10945037" cy="73457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ED2C2D-DA39-4912-BCE8-F9EC4FD879C7}">
      <dsp:nvSpPr>
        <dsp:cNvPr id="0" name=""/>
        <dsp:cNvSpPr/>
      </dsp:nvSpPr>
      <dsp:spPr>
        <a:xfrm>
          <a:off x="222209" y="3841608"/>
          <a:ext cx="404016" cy="40401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C99EC1-5DDE-4BAB-9B20-26C40EB04895}">
      <dsp:nvSpPr>
        <dsp:cNvPr id="0" name=""/>
        <dsp:cNvSpPr/>
      </dsp:nvSpPr>
      <dsp:spPr>
        <a:xfrm>
          <a:off x="848435" y="3676329"/>
          <a:ext cx="10096601" cy="734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743" tIns="77743" rIns="77743" bIns="77743" numCol="1" spcCol="1270" anchor="ctr" anchorCtr="0">
          <a:noAutofit/>
        </a:bodyPr>
        <a:lstStyle/>
        <a:p>
          <a:pPr marL="0" lvl="0" indent="0" algn="l" defTabSz="622300">
            <a:lnSpc>
              <a:spcPct val="90000"/>
            </a:lnSpc>
            <a:spcBef>
              <a:spcPct val="0"/>
            </a:spcBef>
            <a:spcAft>
              <a:spcPct val="35000"/>
            </a:spcAft>
            <a:buNone/>
          </a:pPr>
          <a:r>
            <a:rPr lang="en-US" sz="1400" b="1" i="0" kern="1200"/>
            <a:t>Real-time integration: </a:t>
          </a:r>
          <a:r>
            <a:rPr lang="en-US" sz="1400" b="0" i="0" kern="1200"/>
            <a:t>Coordinating camera capture timing with motor movement to avoid vibration blur; planning wait periods after motor stop before triggering exposure for stable imaging.</a:t>
          </a:r>
          <a:endParaRPr lang="en-US" sz="1400" kern="1200"/>
        </a:p>
      </dsp:txBody>
      <dsp:txXfrm>
        <a:off x="848435" y="3676329"/>
        <a:ext cx="10096601" cy="734576"/>
      </dsp:txXfrm>
    </dsp:sp>
  </dsp:spTree>
</dsp:drawing>
</file>

<file path=ppt/diagrams/layout1.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C139B7-3871-064F-89F3-4AC9EC9C8869}" type="datetimeFigureOut">
              <a:rPr lang="en-US" smtClean="0"/>
              <a:t>2/19/26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73C8B5-B128-014D-A28B-D008067D05D2}" type="slidenum">
              <a:rPr lang="en-US" smtClean="0"/>
              <a:t>‹#›</a:t>
            </a:fld>
            <a:endParaRPr lang="en-US"/>
          </a:p>
        </p:txBody>
      </p:sp>
    </p:spTree>
    <p:extLst>
      <p:ext uri="{BB962C8B-B14F-4D97-AF65-F5344CB8AC3E}">
        <p14:creationId xmlns:p14="http://schemas.microsoft.com/office/powerpoint/2010/main" val="2236216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73C8B5-B128-014D-A28B-D008067D05D2}" type="slidenum">
              <a:rPr lang="en-US" smtClean="0"/>
              <a:t>1</a:t>
            </a:fld>
            <a:endParaRPr lang="en-US"/>
          </a:p>
        </p:txBody>
      </p:sp>
    </p:spTree>
    <p:extLst>
      <p:ext uri="{BB962C8B-B14F-4D97-AF65-F5344CB8AC3E}">
        <p14:creationId xmlns:p14="http://schemas.microsoft.com/office/powerpoint/2010/main" val="3414579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73C8B5-B128-014D-A28B-D008067D05D2}" type="slidenum">
              <a:rPr lang="en-US" smtClean="0"/>
              <a:t>7</a:t>
            </a:fld>
            <a:endParaRPr lang="en-US"/>
          </a:p>
        </p:txBody>
      </p:sp>
    </p:spTree>
    <p:extLst>
      <p:ext uri="{BB962C8B-B14F-4D97-AF65-F5344CB8AC3E}">
        <p14:creationId xmlns:p14="http://schemas.microsoft.com/office/powerpoint/2010/main" val="4191256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Feel free to change</a:t>
            </a:r>
          </a:p>
        </p:txBody>
      </p:sp>
      <p:sp>
        <p:nvSpPr>
          <p:cNvPr id="4" name="Slide Number Placeholder 3"/>
          <p:cNvSpPr>
            <a:spLocks noGrp="1"/>
          </p:cNvSpPr>
          <p:nvPr>
            <p:ph type="sldNum" sz="quarter" idx="5"/>
          </p:nvPr>
        </p:nvSpPr>
        <p:spPr/>
        <p:txBody>
          <a:bodyPr/>
          <a:lstStyle/>
          <a:p>
            <a:fld id="{C173C8B5-B128-014D-A28B-D008067D05D2}" type="slidenum">
              <a:rPr lang="en-US" smtClean="0"/>
              <a:t>9</a:t>
            </a:fld>
            <a:endParaRPr lang="en-US"/>
          </a:p>
        </p:txBody>
      </p:sp>
    </p:spTree>
    <p:extLst>
      <p:ext uri="{BB962C8B-B14F-4D97-AF65-F5344CB8AC3E}">
        <p14:creationId xmlns:p14="http://schemas.microsoft.com/office/powerpoint/2010/main" val="3792503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2/19/26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240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2/19/26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2619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2/19/26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85332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2/19/26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6623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2/19/26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6489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2/19/26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12594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2/19/26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7913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2/19/26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38014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2/19/26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77187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2/19/26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5128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2/19/26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9603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2/19/26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64064896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Multicolored smoke gradient">
            <a:extLst>
              <a:ext uri="{FF2B5EF4-FFF2-40B4-BE49-F238E27FC236}">
                <a16:creationId xmlns:a16="http://schemas.microsoft.com/office/drawing/2014/main" id="{DAE2A126-1850-3844-2F60-9EA30F132157}"/>
              </a:ext>
            </a:extLst>
          </p:cNvPr>
          <p:cNvPicPr>
            <a:picLocks noChangeAspect="1"/>
          </p:cNvPicPr>
          <p:nvPr/>
        </p:nvPicPr>
        <p:blipFill>
          <a:blip r:embed="rId3">
            <a:alphaModFix amt="60000"/>
          </a:blip>
          <a:srcRect t="7444" b="8286"/>
          <a:stretch>
            <a:fillRect/>
          </a:stretch>
        </p:blipFill>
        <p:spPr>
          <a:xfrm>
            <a:off x="0" y="1"/>
            <a:ext cx="12192000" cy="6857999"/>
          </a:xfrm>
          <a:prstGeom prst="rect">
            <a:avLst/>
          </a:prstGeom>
        </p:spPr>
      </p:pic>
      <p:sp>
        <p:nvSpPr>
          <p:cNvPr id="2" name="Title 1">
            <a:extLst>
              <a:ext uri="{FF2B5EF4-FFF2-40B4-BE49-F238E27FC236}">
                <a16:creationId xmlns:a16="http://schemas.microsoft.com/office/drawing/2014/main" id="{B79FB163-E85E-8667-CE6E-758F444B74F4}"/>
              </a:ext>
            </a:extLst>
          </p:cNvPr>
          <p:cNvSpPr>
            <a:spLocks noGrp="1"/>
          </p:cNvSpPr>
          <p:nvPr>
            <p:ph type="ctrTitle"/>
          </p:nvPr>
        </p:nvSpPr>
        <p:spPr>
          <a:xfrm>
            <a:off x="1602718" y="-204684"/>
            <a:ext cx="8986563" cy="2458027"/>
          </a:xfrm>
        </p:spPr>
        <p:txBody>
          <a:bodyPr>
            <a:normAutofit/>
          </a:bodyPr>
          <a:lstStyle/>
          <a:p>
            <a:r>
              <a:rPr lang="en-US" sz="5400" dirty="0">
                <a:solidFill>
                  <a:srgbClr val="FFFFFF"/>
                </a:solidFill>
              </a:rPr>
              <a:t>Camera Project - </a:t>
            </a:r>
            <a:r>
              <a:rPr lang="en-US" sz="5400" dirty="0" err="1">
                <a:solidFill>
                  <a:srgbClr val="FFFFFF"/>
                </a:solidFill>
              </a:rPr>
              <a:t>Kromico</a:t>
            </a:r>
            <a:endParaRPr lang="en-US" sz="5400" dirty="0">
              <a:solidFill>
                <a:srgbClr val="FFFFFF"/>
              </a:solidFill>
            </a:endParaRPr>
          </a:p>
        </p:txBody>
      </p:sp>
      <p:sp>
        <p:nvSpPr>
          <p:cNvPr id="3" name="Subtitle 2">
            <a:extLst>
              <a:ext uri="{FF2B5EF4-FFF2-40B4-BE49-F238E27FC236}">
                <a16:creationId xmlns:a16="http://schemas.microsoft.com/office/drawing/2014/main" id="{E785E3E0-3990-A526-49E4-CE3911873361}"/>
              </a:ext>
            </a:extLst>
          </p:cNvPr>
          <p:cNvSpPr>
            <a:spLocks noGrp="1"/>
          </p:cNvSpPr>
          <p:nvPr>
            <p:ph type="subTitle" idx="1"/>
          </p:nvPr>
        </p:nvSpPr>
        <p:spPr>
          <a:xfrm>
            <a:off x="2457020" y="3356926"/>
            <a:ext cx="7277959" cy="1907589"/>
          </a:xfrm>
        </p:spPr>
        <p:txBody>
          <a:bodyPr>
            <a:normAutofit fontScale="92500" lnSpcReduction="10000"/>
          </a:bodyPr>
          <a:lstStyle/>
          <a:p>
            <a:pPr lvl="0"/>
            <a:r>
              <a:rPr lang="en-US" sz="1600" dirty="0"/>
              <a:t>Jon Scheckel, Team Lead &amp; Optical Engineer</a:t>
            </a:r>
          </a:p>
          <a:p>
            <a:pPr lvl="0"/>
            <a:r>
              <a:rPr lang="en-US" sz="1600" dirty="0"/>
              <a:t>Nate Bolin, Mechatronics Engineer</a:t>
            </a:r>
          </a:p>
          <a:p>
            <a:pPr lvl="0"/>
            <a:r>
              <a:rPr lang="en-US" sz="1600" dirty="0"/>
              <a:t>Alba </a:t>
            </a:r>
            <a:r>
              <a:rPr lang="en-US" sz="1600" dirty="0" err="1"/>
              <a:t>Samsami</a:t>
            </a:r>
            <a:r>
              <a:rPr lang="en-US" sz="1600" dirty="0"/>
              <a:t>, Software/Firmware Engineer</a:t>
            </a:r>
          </a:p>
          <a:p>
            <a:pPr lvl="0"/>
            <a:r>
              <a:rPr lang="en-US" sz="1600" dirty="0"/>
              <a:t>Alex Smith, Mechanical Design &amp; Fabrication Engineer</a:t>
            </a:r>
          </a:p>
          <a:p>
            <a:r>
              <a:rPr lang="en-US" sz="1600" dirty="0">
                <a:solidFill>
                  <a:srgbClr val="FFFFFF"/>
                </a:solidFill>
              </a:rPr>
              <a:t>Jacob Cress - Advisor</a:t>
            </a:r>
          </a:p>
          <a:p>
            <a:endParaRPr lang="en-US" sz="1600" dirty="0">
              <a:solidFill>
                <a:srgbClr val="FFFFFF"/>
              </a:solidFill>
            </a:endParaRPr>
          </a:p>
        </p:txBody>
      </p:sp>
    </p:spTree>
    <p:extLst>
      <p:ext uri="{BB962C8B-B14F-4D97-AF65-F5344CB8AC3E}">
        <p14:creationId xmlns:p14="http://schemas.microsoft.com/office/powerpoint/2010/main" val="253843729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19EF18-2639-39B0-40AA-0522A189717A}"/>
              </a:ext>
            </a:extLst>
          </p:cNvPr>
          <p:cNvSpPr>
            <a:spLocks noGrp="1"/>
          </p:cNvSpPr>
          <p:nvPr>
            <p:ph type="title"/>
          </p:nvPr>
        </p:nvSpPr>
        <p:spPr>
          <a:xfrm>
            <a:off x="612648" y="600074"/>
            <a:ext cx="6035040" cy="1529932"/>
          </a:xfrm>
        </p:spPr>
        <p:txBody>
          <a:bodyPr anchor="b">
            <a:normAutofit/>
          </a:bodyPr>
          <a:lstStyle/>
          <a:p>
            <a:r>
              <a:rPr lang="en-US" dirty="0"/>
              <a:t>Background &amp; Goals</a:t>
            </a:r>
            <a:br>
              <a:rPr lang="en-US" dirty="0"/>
            </a:br>
            <a:endParaRPr lang="en-US" dirty="0"/>
          </a:p>
        </p:txBody>
      </p:sp>
      <p:sp>
        <p:nvSpPr>
          <p:cNvPr id="3" name="Content Placeholder 2">
            <a:extLst>
              <a:ext uri="{FF2B5EF4-FFF2-40B4-BE49-F238E27FC236}">
                <a16:creationId xmlns:a16="http://schemas.microsoft.com/office/drawing/2014/main" id="{25E9E46B-7FC5-0153-1C07-D438914AD87B}"/>
              </a:ext>
            </a:extLst>
          </p:cNvPr>
          <p:cNvSpPr>
            <a:spLocks noGrp="1"/>
          </p:cNvSpPr>
          <p:nvPr>
            <p:ph idx="1"/>
          </p:nvPr>
        </p:nvSpPr>
        <p:spPr>
          <a:xfrm>
            <a:off x="612647" y="2212848"/>
            <a:ext cx="6035041" cy="4096512"/>
          </a:xfrm>
        </p:spPr>
        <p:txBody>
          <a:bodyPr>
            <a:normAutofit/>
          </a:bodyPr>
          <a:lstStyle/>
          <a:p>
            <a:r>
              <a:rPr lang="en-US" sz="1800" dirty="0"/>
              <a:t>Need high quality mono imaging with UV, IR, and narrowband filters</a:t>
            </a:r>
          </a:p>
          <a:p>
            <a:r>
              <a:rPr lang="en-US" sz="1800" dirty="0"/>
              <a:t>Current options are bulky or awkward</a:t>
            </a:r>
          </a:p>
          <a:p>
            <a:pPr algn="l">
              <a:lnSpc>
                <a:spcPct val="90000"/>
              </a:lnSpc>
              <a:buFont typeface="Arial"/>
              <a:buChar char="•"/>
            </a:pPr>
            <a:r>
              <a:rPr lang="en-US" sz="1800" b="0" i="0" dirty="0">
                <a:gradFill flip="none" rotWithShape="1">
                  <a:gsLst>
                    <a:gs pos="0">
                      <a:schemeClr val="tx1"/>
                    </a:gs>
                    <a:gs pos="100000">
                      <a:schemeClr val="tx1">
                        <a:lumMod val="75000"/>
                      </a:schemeClr>
                    </a:gs>
                  </a:gsLst>
                  <a:lin ang="5580000" scaled="0"/>
                  <a:tileRect/>
                </a:gradFill>
              </a:rPr>
              <a:t>Deliver high-quality, multi-wavelength capture in the field without bulky equipment or tethered laptops</a:t>
            </a:r>
          </a:p>
          <a:p>
            <a:pPr algn="l">
              <a:lnSpc>
                <a:spcPct val="90000"/>
              </a:lnSpc>
              <a:buFont typeface="Arial"/>
              <a:buChar char="•"/>
            </a:pPr>
            <a:r>
              <a:rPr lang="en-US" sz="1800" b="0" i="0" dirty="0">
                <a:gradFill flip="none" rotWithShape="1">
                  <a:gsLst>
                    <a:gs pos="0">
                      <a:schemeClr val="tx1"/>
                    </a:gs>
                    <a:gs pos="100000">
                      <a:schemeClr val="tx1">
                        <a:lumMod val="75000"/>
                      </a:schemeClr>
                    </a:gs>
                  </a:gsLst>
                  <a:lin ang="5580000" scaled="0"/>
                  <a:tileRect/>
                </a:gradFill>
              </a:rPr>
              <a:t>Integrate filter wheel around sensor to minimize size and optical path length</a:t>
            </a:r>
          </a:p>
          <a:p>
            <a:pPr algn="l">
              <a:lnSpc>
                <a:spcPct val="90000"/>
              </a:lnSpc>
              <a:buFont typeface="Arial"/>
              <a:buChar char="•"/>
            </a:pPr>
            <a:r>
              <a:rPr lang="en-US" sz="1800" b="0" i="0" dirty="0">
                <a:gradFill flip="none" rotWithShape="1">
                  <a:gsLst>
                    <a:gs pos="0">
                      <a:schemeClr val="tx1"/>
                    </a:gs>
                    <a:gs pos="100000">
                      <a:schemeClr val="tx1">
                        <a:lumMod val="75000"/>
                      </a:schemeClr>
                    </a:gs>
                  </a:gsLst>
                  <a:lin ang="5580000" scaled="0"/>
                  <a:tileRect/>
                </a:gradFill>
              </a:rPr>
              <a:t>Execute end-to-end capture on device with focused UI and local SD storage</a:t>
            </a:r>
          </a:p>
          <a:p>
            <a:pPr algn="l">
              <a:lnSpc>
                <a:spcPct val="90000"/>
              </a:lnSpc>
              <a:buFont typeface="Arial"/>
              <a:buChar char="•"/>
            </a:pPr>
            <a:r>
              <a:rPr lang="en-US" sz="1800" b="0" i="0" dirty="0">
                <a:gradFill flip="none" rotWithShape="1">
                  <a:gsLst>
                    <a:gs pos="0">
                      <a:schemeClr val="tx1"/>
                    </a:gs>
                    <a:gs pos="100000">
                      <a:schemeClr val="tx1">
                        <a:lumMod val="75000"/>
                      </a:schemeClr>
                    </a:gs>
                  </a:gsLst>
                  <a:lin ang="5580000" scaled="0"/>
                  <a:tileRect/>
                </a:gradFill>
              </a:rPr>
              <a:t>Create practical research instrument for astronomy, environmental monitoring, materials analysis, and forensics</a:t>
            </a:r>
          </a:p>
          <a:p>
            <a:endParaRPr lang="en-US" sz="1800" dirty="0"/>
          </a:p>
          <a:p>
            <a:pPr marL="0" indent="0">
              <a:buNone/>
            </a:pPr>
            <a:endParaRPr lang="en-US" sz="1800" dirty="0"/>
          </a:p>
        </p:txBody>
      </p:sp>
      <p:pic>
        <p:nvPicPr>
          <p:cNvPr id="5" name="Picture 4">
            <a:extLst>
              <a:ext uri="{FF2B5EF4-FFF2-40B4-BE49-F238E27FC236}">
                <a16:creationId xmlns:a16="http://schemas.microsoft.com/office/drawing/2014/main" id="{1636C566-5780-E305-0E8C-68F0F182FCC7}"/>
              </a:ext>
            </a:extLst>
          </p:cNvPr>
          <p:cNvPicPr>
            <a:picLocks noChangeAspect="1"/>
          </p:cNvPicPr>
          <p:nvPr/>
        </p:nvPicPr>
        <p:blipFill>
          <a:blip r:embed="rId2"/>
          <a:srcRect l="35917" r="24333"/>
          <a:stretch>
            <a:fillRect/>
          </a:stretch>
        </p:blipFill>
        <p:spPr>
          <a:xfrm>
            <a:off x="7345680" y="10"/>
            <a:ext cx="4846320" cy="6857990"/>
          </a:xfrm>
          <a:prstGeom prst="rect">
            <a:avLst/>
          </a:prstGeom>
        </p:spPr>
      </p:pic>
    </p:spTree>
    <p:extLst>
      <p:ext uri="{BB962C8B-B14F-4D97-AF65-F5344CB8AC3E}">
        <p14:creationId xmlns:p14="http://schemas.microsoft.com/office/powerpoint/2010/main" val="1767460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CDE3-3458-F5A5-99D2-33AD61A011FB}"/>
              </a:ext>
            </a:extLst>
          </p:cNvPr>
          <p:cNvSpPr>
            <a:spLocks noGrp="1"/>
          </p:cNvSpPr>
          <p:nvPr>
            <p:ph type="title"/>
          </p:nvPr>
        </p:nvSpPr>
        <p:spPr/>
        <p:txBody>
          <a:bodyPr/>
          <a:lstStyle/>
          <a:p>
            <a:r>
              <a:rPr lang="en-US" b="0" i="0" dirty="0">
                <a:solidFill>
                  <a:srgbClr val="333333"/>
                </a:solidFill>
                <a:effectLst/>
                <a:highlight>
                  <a:srgbClr val="FFFFFF"/>
                </a:highlight>
                <a:latin typeface="Lato Extended"/>
              </a:rPr>
              <a:t>Intellectual Merits </a:t>
            </a:r>
            <a:endParaRPr lang="en-US" dirty="0"/>
          </a:p>
        </p:txBody>
      </p:sp>
      <p:sp>
        <p:nvSpPr>
          <p:cNvPr id="3" name="Content Placeholder 2">
            <a:extLst>
              <a:ext uri="{FF2B5EF4-FFF2-40B4-BE49-F238E27FC236}">
                <a16:creationId xmlns:a16="http://schemas.microsoft.com/office/drawing/2014/main" id="{D9EB01BF-6BF9-5B64-7609-D54B36ADB276}"/>
              </a:ext>
            </a:extLst>
          </p:cNvPr>
          <p:cNvSpPr>
            <a:spLocks noGrp="1"/>
          </p:cNvSpPr>
          <p:nvPr>
            <p:ph idx="1"/>
          </p:nvPr>
        </p:nvSpPr>
        <p:spPr/>
        <p:txBody>
          <a:bodyPr/>
          <a:lstStyle/>
          <a:p>
            <a:pPr algn="l">
              <a:buFont typeface="Arial" panose="020B0604020202020204" pitchFamily="34" charset="0"/>
              <a:buChar char="•"/>
            </a:pPr>
            <a:r>
              <a:rPr lang="en-US" b="0" i="0" dirty="0">
                <a:effectLst/>
                <a:latin typeface="fkGroteskNeue"/>
              </a:rPr>
              <a:t>Research-grade low-light imaging on a low-cost Raspberry Pi using a monochrome sensor.</a:t>
            </a:r>
          </a:p>
          <a:p>
            <a:pPr algn="l">
              <a:buFont typeface="Arial" panose="020B0604020202020204" pitchFamily="34" charset="0"/>
              <a:buChar char="•"/>
            </a:pPr>
            <a:r>
              <a:rPr lang="en-US" b="0" i="0" dirty="0">
                <a:effectLst/>
                <a:latin typeface="fkGroteskNeue"/>
              </a:rPr>
              <a:t>Integrated system: camera, light sensor, motorized filter wheel, display, and buttons in one standalone device.​</a:t>
            </a:r>
          </a:p>
          <a:p>
            <a:pPr algn="l">
              <a:buFont typeface="Arial" panose="020B0604020202020204" pitchFamily="34" charset="0"/>
              <a:buChar char="•"/>
            </a:pPr>
            <a:r>
              <a:rPr lang="en-US" b="0" i="0" dirty="0">
                <a:effectLst/>
                <a:latin typeface="fkGroteskNeue"/>
              </a:rPr>
              <a:t>Fine-grained control of exposure (auto/manual ISO and shutter) for systematic imaging experiments.</a:t>
            </a:r>
          </a:p>
          <a:p>
            <a:pPr algn="l">
              <a:buFont typeface="Arial" panose="020B0604020202020204" pitchFamily="34" charset="0"/>
              <a:buChar char="•"/>
            </a:pPr>
            <a:r>
              <a:rPr lang="en-US" b="0" i="0" dirty="0">
                <a:effectLst/>
                <a:latin typeface="fkGroteskNeue"/>
              </a:rPr>
              <a:t>Automated multi-filter capture via stepper-motor filter wheel for spectral/astrophotography-style imaging.</a:t>
            </a:r>
          </a:p>
          <a:p>
            <a:pPr algn="l">
              <a:buFont typeface="Arial" panose="020B0604020202020204" pitchFamily="34" charset="0"/>
              <a:buChar char="•"/>
            </a:pPr>
            <a:r>
              <a:rPr lang="en-US" b="0" i="0" dirty="0">
                <a:effectLst/>
                <a:latin typeface="fkGroteskNeue"/>
              </a:rPr>
              <a:t>On-device menu UI and planned stacking/combination features for experimental imaging workflows without a PC.</a:t>
            </a:r>
          </a:p>
          <a:p>
            <a:endParaRPr lang="en-US" dirty="0"/>
          </a:p>
        </p:txBody>
      </p:sp>
    </p:spTree>
    <p:extLst>
      <p:ext uri="{BB962C8B-B14F-4D97-AF65-F5344CB8AC3E}">
        <p14:creationId xmlns:p14="http://schemas.microsoft.com/office/powerpoint/2010/main" val="3828429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C519FC-5260-128D-0B36-440B7D923A51}"/>
              </a:ext>
            </a:extLst>
          </p:cNvPr>
          <p:cNvSpPr>
            <a:spLocks noGrp="1"/>
          </p:cNvSpPr>
          <p:nvPr>
            <p:ph type="title"/>
          </p:nvPr>
        </p:nvSpPr>
        <p:spPr>
          <a:xfrm>
            <a:off x="612648" y="-58111"/>
            <a:ext cx="5862396" cy="1527048"/>
          </a:xfrm>
        </p:spPr>
        <p:txBody>
          <a:bodyPr anchor="b">
            <a:normAutofit/>
          </a:bodyPr>
          <a:lstStyle/>
          <a:p>
            <a:r>
              <a:rPr lang="en-US" dirty="0"/>
              <a:t>Broader impact</a:t>
            </a:r>
          </a:p>
        </p:txBody>
      </p:sp>
      <p:sp>
        <p:nvSpPr>
          <p:cNvPr id="11" name="Content Placeholder 2">
            <a:extLst>
              <a:ext uri="{FF2B5EF4-FFF2-40B4-BE49-F238E27FC236}">
                <a16:creationId xmlns:a16="http://schemas.microsoft.com/office/drawing/2014/main" id="{F1074756-D641-295A-F3A2-26F5CAE93850}"/>
              </a:ext>
            </a:extLst>
          </p:cNvPr>
          <p:cNvSpPr>
            <a:spLocks noGrp="1"/>
          </p:cNvSpPr>
          <p:nvPr>
            <p:ph idx="1"/>
          </p:nvPr>
        </p:nvSpPr>
        <p:spPr>
          <a:xfrm>
            <a:off x="612648" y="1687434"/>
            <a:ext cx="5862396" cy="4096512"/>
          </a:xfrm>
        </p:spPr>
        <p:txBody>
          <a:bodyPr>
            <a:normAutofit/>
          </a:bodyPr>
          <a:lstStyle/>
          <a:p>
            <a:pPr>
              <a:lnSpc>
                <a:spcPct val="110000"/>
              </a:lnSpc>
              <a:buFont typeface="Arial" panose="020B0604020202020204" pitchFamily="34" charset="0"/>
              <a:buChar char="•"/>
            </a:pPr>
            <a:r>
              <a:rPr lang="en-US" sz="1800" b="0" i="0" dirty="0">
                <a:effectLst/>
                <a:latin typeface="fkGroteskNeue"/>
              </a:rPr>
              <a:t>Expands access to low‑light scientific imaging using affordable, open hardware instead of expensive proprietary cameras.</a:t>
            </a:r>
          </a:p>
          <a:p>
            <a:pPr>
              <a:lnSpc>
                <a:spcPct val="110000"/>
              </a:lnSpc>
              <a:buFont typeface="Arial" panose="020B0604020202020204" pitchFamily="34" charset="0"/>
              <a:buChar char="•"/>
            </a:pPr>
            <a:r>
              <a:rPr lang="en-US" sz="1800" b="0" i="0" dirty="0">
                <a:effectLst/>
                <a:latin typeface="fkGroteskNeue"/>
              </a:rPr>
              <a:t>Supports projects in astronomy, environmental monitoring, and microscopy by automating multi‑filter imaging with a motorized filter wheel.</a:t>
            </a:r>
          </a:p>
          <a:p>
            <a:pPr>
              <a:lnSpc>
                <a:spcPct val="110000"/>
              </a:lnSpc>
              <a:buFont typeface="Arial" panose="020B0604020202020204" pitchFamily="34" charset="0"/>
              <a:buChar char="•"/>
            </a:pPr>
            <a:r>
              <a:rPr lang="en-US" sz="1800" b="0" i="0" dirty="0">
                <a:effectLst/>
                <a:latin typeface="fkGroteskNeue"/>
              </a:rPr>
              <a:t>Encourages open, reproducible research by sharing designs and code that others can adapt for their own sensing and vision applications.​​</a:t>
            </a:r>
          </a:p>
          <a:p>
            <a:pPr>
              <a:lnSpc>
                <a:spcPct val="110000"/>
              </a:lnSpc>
              <a:buFont typeface="Arial" panose="020B0604020202020204" pitchFamily="34" charset="0"/>
              <a:buChar char="•"/>
            </a:pPr>
            <a:r>
              <a:rPr lang="en-US" sz="1800" b="0" i="0" dirty="0">
                <a:effectLst/>
                <a:latin typeface="fkGroteskNeue"/>
              </a:rPr>
              <a:t>Lowers the barrier for community labs, schools, and hobbyists to do quantitative imaging and data collection in settings that traditionally lack specialized equipment.</a:t>
            </a:r>
          </a:p>
          <a:p>
            <a:pPr>
              <a:lnSpc>
                <a:spcPct val="110000"/>
              </a:lnSpc>
            </a:pPr>
            <a:endParaRPr lang="en-US" sz="1800" dirty="0"/>
          </a:p>
        </p:txBody>
      </p:sp>
      <p:pic>
        <p:nvPicPr>
          <p:cNvPr id="7" name="Graphic 6" descr="Telescope">
            <a:extLst>
              <a:ext uri="{FF2B5EF4-FFF2-40B4-BE49-F238E27FC236}">
                <a16:creationId xmlns:a16="http://schemas.microsoft.com/office/drawing/2014/main" id="{CED1207B-6477-9B3F-C112-F4F7FA8A603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91395" y="1102440"/>
            <a:ext cx="4681506" cy="4681506"/>
          </a:xfrm>
          <a:prstGeom prst="rect">
            <a:avLst/>
          </a:prstGeom>
        </p:spPr>
      </p:pic>
    </p:spTree>
    <p:extLst>
      <p:ext uri="{BB962C8B-B14F-4D97-AF65-F5344CB8AC3E}">
        <p14:creationId xmlns:p14="http://schemas.microsoft.com/office/powerpoint/2010/main" val="1025925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F2E85-F10B-85F2-B87E-8E3CEAADC438}"/>
              </a:ext>
            </a:extLst>
          </p:cNvPr>
          <p:cNvSpPr>
            <a:spLocks noGrp="1"/>
          </p:cNvSpPr>
          <p:nvPr>
            <p:ph type="title"/>
          </p:nvPr>
        </p:nvSpPr>
        <p:spPr/>
        <p:txBody>
          <a:bodyPr/>
          <a:lstStyle/>
          <a:p>
            <a:r>
              <a:rPr lang="en-US" dirty="0"/>
              <a:t>Design Specifications</a:t>
            </a:r>
          </a:p>
        </p:txBody>
      </p:sp>
      <p:pic>
        <p:nvPicPr>
          <p:cNvPr id="4" name="Content Placeholder 3">
            <a:extLst>
              <a:ext uri="{FF2B5EF4-FFF2-40B4-BE49-F238E27FC236}">
                <a16:creationId xmlns:a16="http://schemas.microsoft.com/office/drawing/2014/main" id="{E53CDDCC-0A5F-3CFB-723C-E5AAE72F6733}"/>
              </a:ext>
            </a:extLst>
          </p:cNvPr>
          <p:cNvPicPr>
            <a:picLocks noGrp="1" noChangeAspect="1"/>
          </p:cNvPicPr>
          <p:nvPr>
            <p:ph idx="1"/>
          </p:nvPr>
        </p:nvPicPr>
        <p:blipFill>
          <a:blip r:embed="rId2"/>
          <a:stretch>
            <a:fillRect/>
          </a:stretch>
        </p:blipFill>
        <p:spPr>
          <a:xfrm>
            <a:off x="962980" y="1138205"/>
            <a:ext cx="10266040" cy="5171155"/>
          </a:xfrm>
          <a:prstGeom prst="rect">
            <a:avLst/>
          </a:prstGeom>
        </p:spPr>
      </p:pic>
    </p:spTree>
    <p:extLst>
      <p:ext uri="{BB962C8B-B14F-4D97-AF65-F5344CB8AC3E}">
        <p14:creationId xmlns:p14="http://schemas.microsoft.com/office/powerpoint/2010/main" val="1614357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0AB9ED-23A2-55C4-4B8D-9FE731240EA2}"/>
              </a:ext>
            </a:extLst>
          </p:cNvPr>
          <p:cNvSpPr>
            <a:spLocks noGrp="1"/>
          </p:cNvSpPr>
          <p:nvPr>
            <p:ph type="title"/>
          </p:nvPr>
        </p:nvSpPr>
        <p:spPr>
          <a:xfrm>
            <a:off x="612648" y="0"/>
            <a:ext cx="5862396" cy="1527048"/>
          </a:xfrm>
        </p:spPr>
        <p:txBody>
          <a:bodyPr anchor="b">
            <a:normAutofit/>
          </a:bodyPr>
          <a:lstStyle/>
          <a:p>
            <a:r>
              <a:rPr lang="en-US" dirty="0"/>
              <a:t>Technologies - Software</a:t>
            </a:r>
          </a:p>
        </p:txBody>
      </p:sp>
      <p:sp>
        <p:nvSpPr>
          <p:cNvPr id="3" name="Content Placeholder 2">
            <a:extLst>
              <a:ext uri="{FF2B5EF4-FFF2-40B4-BE49-F238E27FC236}">
                <a16:creationId xmlns:a16="http://schemas.microsoft.com/office/drawing/2014/main" id="{206AD9FA-CEC4-481C-64CE-EC43880D9A90}"/>
              </a:ext>
            </a:extLst>
          </p:cNvPr>
          <p:cNvSpPr>
            <a:spLocks noGrp="1"/>
          </p:cNvSpPr>
          <p:nvPr>
            <p:ph idx="1"/>
          </p:nvPr>
        </p:nvSpPr>
        <p:spPr>
          <a:xfrm>
            <a:off x="612648" y="1687434"/>
            <a:ext cx="5862396" cy="4096512"/>
          </a:xfrm>
        </p:spPr>
        <p:txBody>
          <a:bodyPr>
            <a:normAutofit/>
          </a:bodyPr>
          <a:lstStyle/>
          <a:p>
            <a:pPr>
              <a:lnSpc>
                <a:spcPct val="110000"/>
              </a:lnSpc>
              <a:buFont typeface="Arial" panose="020B0604020202020204" pitchFamily="34" charset="0"/>
              <a:buChar char="•"/>
            </a:pPr>
            <a:r>
              <a:rPr lang="en-US" sz="1500" b="0" i="0" dirty="0">
                <a:effectLst/>
                <a:latin typeface="fkGroteskNeue"/>
              </a:rPr>
              <a:t>IMX290 monochrome camera on Raspberry Pi, optimized for low light.</a:t>
            </a:r>
          </a:p>
          <a:p>
            <a:pPr>
              <a:lnSpc>
                <a:spcPct val="110000"/>
              </a:lnSpc>
              <a:buFont typeface="Arial" panose="020B0604020202020204" pitchFamily="34" charset="0"/>
              <a:buChar char="•"/>
            </a:pPr>
            <a:r>
              <a:rPr lang="en-US" sz="1500" b="0" i="0" dirty="0">
                <a:effectLst/>
                <a:latin typeface="fkGroteskNeue"/>
              </a:rPr>
              <a:t>Python Camera module using picamera2 with auto/manual ISO and shutter control.</a:t>
            </a:r>
          </a:p>
          <a:p>
            <a:pPr>
              <a:lnSpc>
                <a:spcPct val="110000"/>
              </a:lnSpc>
              <a:buFont typeface="Arial" panose="020B0604020202020204" pitchFamily="34" charset="0"/>
              <a:buChar char="•"/>
            </a:pPr>
            <a:r>
              <a:rPr lang="en-US" sz="1500" b="0" i="0" dirty="0">
                <a:effectLst/>
                <a:latin typeface="fkGroteskNeue"/>
              </a:rPr>
              <a:t>Motorized filter wheel driven by a stepper motor with defined positions for each filter.​</a:t>
            </a:r>
          </a:p>
          <a:p>
            <a:pPr>
              <a:lnSpc>
                <a:spcPct val="110000"/>
              </a:lnSpc>
              <a:buFont typeface="Arial" panose="020B0604020202020204" pitchFamily="34" charset="0"/>
              <a:buChar char="•"/>
            </a:pPr>
            <a:r>
              <a:rPr lang="en-US" sz="1500" b="0" i="0" dirty="0">
                <a:effectLst/>
                <a:latin typeface="fkGroteskNeue"/>
              </a:rPr>
              <a:t>light sensor to measure scene brightness for positioning.</a:t>
            </a:r>
          </a:p>
          <a:p>
            <a:pPr>
              <a:lnSpc>
                <a:spcPct val="110000"/>
              </a:lnSpc>
              <a:buFont typeface="Arial" panose="020B0604020202020204" pitchFamily="34" charset="0"/>
              <a:buChar char="•"/>
            </a:pPr>
            <a:r>
              <a:rPr lang="en-US" sz="1500" b="0" i="0" dirty="0">
                <a:effectLst/>
                <a:latin typeface="fkGroteskNeue"/>
              </a:rPr>
              <a:t>On‑device display and buttons for menu navigation, mode selection, and capture control.</a:t>
            </a:r>
          </a:p>
          <a:p>
            <a:pPr>
              <a:lnSpc>
                <a:spcPct val="110000"/>
              </a:lnSpc>
              <a:buFont typeface="Arial" panose="020B0604020202020204" pitchFamily="34" charset="0"/>
              <a:buChar char="•"/>
            </a:pPr>
            <a:r>
              <a:rPr lang="en-US" sz="1500" b="0" i="0" dirty="0">
                <a:effectLst/>
                <a:latin typeface="fkGroteskNeue"/>
              </a:rPr>
              <a:t>Modular Python structure (hardware/, core/, </a:t>
            </a:r>
            <a:r>
              <a:rPr lang="en-US" sz="1500" b="0" i="0" dirty="0" err="1">
                <a:effectLst/>
                <a:latin typeface="fkGroteskNeue"/>
              </a:rPr>
              <a:t>ui</a:t>
            </a:r>
            <a:r>
              <a:rPr lang="en-US" sz="1500" b="0" i="0" dirty="0">
                <a:effectLst/>
                <a:latin typeface="fkGroteskNeue"/>
              </a:rPr>
              <a:t>/, tests/) with a central main loop coordinating all components.</a:t>
            </a:r>
            <a:br>
              <a:rPr lang="en-US" sz="1500" dirty="0"/>
            </a:br>
            <a:endParaRPr lang="en-US" sz="1500" dirty="0"/>
          </a:p>
        </p:txBody>
      </p:sp>
      <p:pic>
        <p:nvPicPr>
          <p:cNvPr id="4" name="Picture 2" descr="System architecture diagram showing Raspberry Pi, camera module, filter wheel, servo motor, and sensors.">
            <a:extLst>
              <a:ext uri="{FF2B5EF4-FFF2-40B4-BE49-F238E27FC236}">
                <a16:creationId xmlns:a16="http://schemas.microsoft.com/office/drawing/2014/main" id="{433FE5B2-B46A-64C1-A7EA-1945F0D0F02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91395" y="1102440"/>
            <a:ext cx="4681506" cy="4681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727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D18471-003D-D954-AACB-0926E3ED1B16}"/>
              </a:ext>
            </a:extLst>
          </p:cNvPr>
          <p:cNvSpPr>
            <a:spLocks noGrp="1"/>
          </p:cNvSpPr>
          <p:nvPr>
            <p:ph type="title"/>
          </p:nvPr>
        </p:nvSpPr>
        <p:spPr>
          <a:xfrm>
            <a:off x="1524000" y="548640"/>
            <a:ext cx="9160475" cy="1132258"/>
          </a:xfrm>
        </p:spPr>
        <p:txBody>
          <a:bodyPr anchor="ctr">
            <a:normAutofit/>
          </a:bodyPr>
          <a:lstStyle/>
          <a:p>
            <a:pPr algn="ctr"/>
            <a:r>
              <a:rPr lang="en-US" dirty="0"/>
              <a:t>Milestones</a:t>
            </a:r>
          </a:p>
        </p:txBody>
      </p:sp>
      <p:graphicFrame>
        <p:nvGraphicFramePr>
          <p:cNvPr id="5" name="Content Placeholder 2">
            <a:extLst>
              <a:ext uri="{FF2B5EF4-FFF2-40B4-BE49-F238E27FC236}">
                <a16:creationId xmlns:a16="http://schemas.microsoft.com/office/drawing/2014/main" id="{B8A5FB9B-E744-926B-1BB0-1A6F1EBE0B41}"/>
              </a:ext>
            </a:extLst>
          </p:cNvPr>
          <p:cNvGraphicFramePr>
            <a:graphicFrameLocks noGrp="1"/>
          </p:cNvGraphicFramePr>
          <p:nvPr>
            <p:ph idx="1"/>
            <p:extLst>
              <p:ext uri="{D42A27DB-BD31-4B8C-83A1-F6EECF244321}">
                <p14:modId xmlns:p14="http://schemas.microsoft.com/office/powerpoint/2010/main" val="3760262542"/>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15380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356509-6C1B-4CB7-BB3B-B5476527104C}"/>
              </a:ext>
            </a:extLst>
          </p:cNvPr>
          <p:cNvSpPr>
            <a:spLocks noGrp="1"/>
          </p:cNvSpPr>
          <p:nvPr>
            <p:ph type="title"/>
          </p:nvPr>
        </p:nvSpPr>
        <p:spPr>
          <a:xfrm>
            <a:off x="612649" y="548638"/>
            <a:ext cx="3493008" cy="5788152"/>
          </a:xfrm>
        </p:spPr>
        <p:txBody>
          <a:bodyPr anchor="ctr">
            <a:normAutofit/>
          </a:bodyPr>
          <a:lstStyle/>
          <a:p>
            <a:r>
              <a:rPr lang="en-US" sz="4000"/>
              <a:t>Results</a:t>
            </a:r>
          </a:p>
        </p:txBody>
      </p:sp>
      <p:graphicFrame>
        <p:nvGraphicFramePr>
          <p:cNvPr id="5" name="Content Placeholder 2">
            <a:extLst>
              <a:ext uri="{FF2B5EF4-FFF2-40B4-BE49-F238E27FC236}">
                <a16:creationId xmlns:a16="http://schemas.microsoft.com/office/drawing/2014/main" id="{4175A4C7-D9B4-C828-661D-80FE1E86A432}"/>
              </a:ext>
            </a:extLst>
          </p:cNvPr>
          <p:cNvGraphicFramePr>
            <a:graphicFrameLocks noGrp="1"/>
          </p:cNvGraphicFramePr>
          <p:nvPr>
            <p:ph idx="1"/>
            <p:extLst>
              <p:ext uri="{D42A27DB-BD31-4B8C-83A1-F6EECF244321}">
                <p14:modId xmlns:p14="http://schemas.microsoft.com/office/powerpoint/2010/main" val="496188804"/>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1489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4A9C27-DEF3-0DF3-D52C-97DA5642B4C4}"/>
              </a:ext>
            </a:extLst>
          </p:cNvPr>
          <p:cNvSpPr>
            <a:spLocks noGrp="1"/>
          </p:cNvSpPr>
          <p:nvPr>
            <p:ph type="title"/>
          </p:nvPr>
        </p:nvSpPr>
        <p:spPr>
          <a:xfrm>
            <a:off x="612648" y="548640"/>
            <a:ext cx="10945037" cy="1133856"/>
          </a:xfrm>
        </p:spPr>
        <p:txBody>
          <a:bodyPr anchor="t">
            <a:normAutofit/>
          </a:bodyPr>
          <a:lstStyle/>
          <a:p>
            <a:r>
              <a:rPr lang="en-US" dirty="0"/>
              <a:t>Challenges:</a:t>
            </a:r>
          </a:p>
        </p:txBody>
      </p:sp>
      <p:graphicFrame>
        <p:nvGraphicFramePr>
          <p:cNvPr id="5" name="Content Placeholder 2">
            <a:extLst>
              <a:ext uri="{FF2B5EF4-FFF2-40B4-BE49-F238E27FC236}">
                <a16:creationId xmlns:a16="http://schemas.microsoft.com/office/drawing/2014/main" id="{F1FF1E2D-4C60-9A35-7B77-861072FF738C}"/>
              </a:ext>
            </a:extLst>
          </p:cNvPr>
          <p:cNvGraphicFramePr>
            <a:graphicFrameLocks noGrp="1"/>
          </p:cNvGraphicFramePr>
          <p:nvPr>
            <p:ph idx="1"/>
            <p:extLst>
              <p:ext uri="{D42A27DB-BD31-4B8C-83A1-F6EECF244321}">
                <p14:modId xmlns:p14="http://schemas.microsoft.com/office/powerpoint/2010/main" val="212718147"/>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92477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1DE480-D75C-96BB-DCE0-17450CF5C5B4}"/>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a:t>Thank You</a:t>
            </a:r>
          </a:p>
        </p:txBody>
      </p:sp>
      <p:pic>
        <p:nvPicPr>
          <p:cNvPr id="12" name="Graphic 11" descr="Smiling Face with No Fill">
            <a:extLst>
              <a:ext uri="{FF2B5EF4-FFF2-40B4-BE49-F238E27FC236}">
                <a16:creationId xmlns:a16="http://schemas.microsoft.com/office/drawing/2014/main" id="{9C19FAB5-166A-F86D-BB92-1016880EC7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0" y="1782115"/>
            <a:ext cx="4572000" cy="4572000"/>
          </a:xfrm>
          <a:prstGeom prst="rect">
            <a:avLst/>
          </a:prstGeom>
        </p:spPr>
      </p:pic>
    </p:spTree>
    <p:extLst>
      <p:ext uri="{BB962C8B-B14F-4D97-AF65-F5344CB8AC3E}">
        <p14:creationId xmlns:p14="http://schemas.microsoft.com/office/powerpoint/2010/main" val="3906417290"/>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TotalTime>
  <Words>796</Words>
  <Application>Microsoft Macintosh PowerPoint</Application>
  <PresentationFormat>Widescreen</PresentationFormat>
  <Paragraphs>72</Paragraphs>
  <Slides>10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fkGroteskNeue</vt:lpstr>
      <vt:lpstr>Lato Extended</vt:lpstr>
      <vt:lpstr>Neue Haas Grotesk Text Pro</vt:lpstr>
      <vt:lpstr>VanillaVTI</vt:lpstr>
      <vt:lpstr>Camera Project - Kromico</vt:lpstr>
      <vt:lpstr>Background &amp; Goals </vt:lpstr>
      <vt:lpstr>Intellectual Merits </vt:lpstr>
      <vt:lpstr>Broader impact</vt:lpstr>
      <vt:lpstr>Design Specifications</vt:lpstr>
      <vt:lpstr>Technologies - Software</vt:lpstr>
      <vt:lpstr>Milestones</vt:lpstr>
      <vt:lpstr>Results</vt:lpstr>
      <vt:lpstr>Challenges: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Samsami, Alba (samsamna)</dc:creator>
  <cp:lastModifiedBy>Samsami, Alba (samsamna)</cp:lastModifiedBy>
  <cp:revision>2</cp:revision>
  <dcterms:created xsi:type="dcterms:W3CDTF">2026-02-18T18:26:49Z</dcterms:created>
  <dcterms:modified xsi:type="dcterms:W3CDTF">2026-02-19T17:37:12Z</dcterms:modified>
</cp:coreProperties>
</file>