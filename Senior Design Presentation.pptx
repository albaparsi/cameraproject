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60" r:id="rId2"/>
    <p:sldId id="256" r:id="rId3"/>
    <p:sldId id="257" r:id="rId4"/>
    <p:sldId id="258" r:id="rId5"/>
    <p:sldId id="259" r:id="rId6"/>
    <p:sldId id="262" r:id="rId7"/>
    <p:sldId id="261"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8"/>
    <p:restoredTop sz="94719"/>
  </p:normalViewPr>
  <p:slideViewPr>
    <p:cSldViewPr snapToGrid="0">
      <p:cViewPr varScale="1">
        <p:scale>
          <a:sx n="151" d="100"/>
          <a:sy n="151" d="100"/>
        </p:scale>
        <p:origin x="2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A9BF2B-0BF9-4927-888C-EBEDE9A730F8}"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DC9E2874-D8C2-4DA9-82EC-C82409FF650A}">
      <dgm:prSet/>
      <dgm:spPr/>
      <dgm:t>
        <a:bodyPr/>
        <a:lstStyle/>
        <a:p>
          <a:r>
            <a:rPr lang="en-US" b="0" i="0"/>
            <a:t>Wildlife Researcher: Automatically capture images when motion is detected for animal monitoring without being present</a:t>
          </a:r>
          <a:endParaRPr lang="en-US"/>
        </a:p>
      </dgm:t>
    </dgm:pt>
    <dgm:pt modelId="{A553F65B-A31C-4ACF-8ACB-E9B2A9D3E90F}" type="parTrans" cxnId="{DEBC5A87-7FBA-4F20-951D-6CCA748F3CE8}">
      <dgm:prSet/>
      <dgm:spPr/>
      <dgm:t>
        <a:bodyPr/>
        <a:lstStyle/>
        <a:p>
          <a:endParaRPr lang="en-US"/>
        </a:p>
      </dgm:t>
    </dgm:pt>
    <dgm:pt modelId="{0CD455CC-7DF2-413C-8D9B-67A457F89BE6}" type="sibTrans" cxnId="{DEBC5A87-7FBA-4F20-951D-6CCA748F3CE8}">
      <dgm:prSet/>
      <dgm:spPr/>
      <dgm:t>
        <a:bodyPr/>
        <a:lstStyle/>
        <a:p>
          <a:endParaRPr lang="en-US"/>
        </a:p>
      </dgm:t>
    </dgm:pt>
    <dgm:pt modelId="{6BCA7B20-69DB-47D9-B71C-2065748769EE}">
      <dgm:prSet/>
      <dgm:spPr/>
      <dgm:t>
        <a:bodyPr/>
        <a:lstStyle/>
        <a:p>
          <a:pPr rtl="0"/>
          <a:r>
            <a:rPr lang="en-US" b="0" i="0">
              <a:latin typeface="Century Gothic" panose="020B0502020202020204"/>
            </a:rPr>
            <a:t>Security Officer: Review images stored on SD card for incident investigation</a:t>
          </a:r>
          <a:endParaRPr lang="en-US"/>
        </a:p>
      </dgm:t>
    </dgm:pt>
    <dgm:pt modelId="{90A0ED0E-7467-46BC-A137-6F9082249C20}" type="parTrans" cxnId="{1A2F0C5D-A00D-4386-8E65-696F06238D35}">
      <dgm:prSet/>
      <dgm:spPr/>
      <dgm:t>
        <a:bodyPr/>
        <a:lstStyle/>
        <a:p>
          <a:endParaRPr lang="en-US"/>
        </a:p>
      </dgm:t>
    </dgm:pt>
    <dgm:pt modelId="{F66ACED0-6569-4B10-833B-6176DABB4783}" type="sibTrans" cxnId="{1A2F0C5D-A00D-4386-8E65-696F06238D35}">
      <dgm:prSet/>
      <dgm:spPr/>
      <dgm:t>
        <a:bodyPr/>
        <a:lstStyle/>
        <a:p>
          <a:endParaRPr lang="en-US"/>
        </a:p>
      </dgm:t>
    </dgm:pt>
    <dgm:pt modelId="{1CB090C8-5B05-4079-B036-707462AA7BC9}">
      <dgm:prSet/>
      <dgm:spPr/>
      <dgm:t>
        <a:bodyPr/>
        <a:lstStyle/>
        <a:p>
          <a:r>
            <a:rPr lang="en-US" b="0" i="0"/>
            <a:t>Hobbyist: Adjust camera angle remotely using servo motor for different views without physically moving device</a:t>
          </a:r>
          <a:endParaRPr lang="en-US"/>
        </a:p>
      </dgm:t>
    </dgm:pt>
    <dgm:pt modelId="{BCB66E3A-624E-4FBC-8CA0-43147155C7E1}" type="parTrans" cxnId="{CCA20CFA-CFE8-4D71-804C-E32D96FCBFBA}">
      <dgm:prSet/>
      <dgm:spPr/>
      <dgm:t>
        <a:bodyPr/>
        <a:lstStyle/>
        <a:p>
          <a:endParaRPr lang="en-US"/>
        </a:p>
      </dgm:t>
    </dgm:pt>
    <dgm:pt modelId="{E3BAC452-AA13-458F-B752-EFF92377C30E}" type="sibTrans" cxnId="{CCA20CFA-CFE8-4D71-804C-E32D96FCBFBA}">
      <dgm:prSet/>
      <dgm:spPr/>
      <dgm:t>
        <a:bodyPr/>
        <a:lstStyle/>
        <a:p>
          <a:endParaRPr lang="en-US"/>
        </a:p>
      </dgm:t>
    </dgm:pt>
    <dgm:pt modelId="{72BB088C-C27A-4938-A2CD-329966B488C0}">
      <dgm:prSet/>
      <dgm:spPr/>
      <dgm:t>
        <a:bodyPr/>
        <a:lstStyle/>
        <a:p>
          <a:r>
            <a:rPr lang="en-US" b="0" i="0"/>
            <a:t>System Administrator: Operate camera without </a:t>
          </a:r>
          <a:r>
            <a:rPr lang="en-US" b="0" i="0" err="1"/>
            <a:t>WiFi</a:t>
          </a:r>
          <a:r>
            <a:rPr lang="en-US" b="0" i="0"/>
            <a:t> for secure, tamper-resistant operation</a:t>
          </a:r>
          <a:endParaRPr lang="en-US"/>
        </a:p>
      </dgm:t>
    </dgm:pt>
    <dgm:pt modelId="{9851B997-F1CF-4C95-BAF7-A9E4A80438A3}" type="parTrans" cxnId="{8A0D7227-5FD3-47BE-98DC-834756325878}">
      <dgm:prSet/>
      <dgm:spPr/>
      <dgm:t>
        <a:bodyPr/>
        <a:lstStyle/>
        <a:p>
          <a:endParaRPr lang="en-US"/>
        </a:p>
      </dgm:t>
    </dgm:pt>
    <dgm:pt modelId="{A23FE0C6-CE86-41C9-A337-F4530D751DDB}" type="sibTrans" cxnId="{8A0D7227-5FD3-47BE-98DC-834756325878}">
      <dgm:prSet/>
      <dgm:spPr/>
      <dgm:t>
        <a:bodyPr/>
        <a:lstStyle/>
        <a:p>
          <a:endParaRPr lang="en-US"/>
        </a:p>
      </dgm:t>
    </dgm:pt>
    <dgm:pt modelId="{F0E29FB3-67AB-4106-A45A-7BEA4D49E7E8}">
      <dgm:prSet/>
      <dgm:spPr/>
      <dgm:t>
        <a:bodyPr/>
        <a:lstStyle/>
        <a:p>
          <a:r>
            <a:rPr lang="en-US" b="0" i="0"/>
            <a:t>Field Technician: Use display to preview images and verify system status during setup</a:t>
          </a:r>
          <a:endParaRPr lang="en-US"/>
        </a:p>
      </dgm:t>
    </dgm:pt>
    <dgm:pt modelId="{93FA2395-1792-4F72-AC37-E03C710F5911}" type="parTrans" cxnId="{D4B9E21E-4142-48D4-AEE7-78CB60D3AA65}">
      <dgm:prSet/>
      <dgm:spPr/>
      <dgm:t>
        <a:bodyPr/>
        <a:lstStyle/>
        <a:p>
          <a:endParaRPr lang="en-US"/>
        </a:p>
      </dgm:t>
    </dgm:pt>
    <dgm:pt modelId="{A7FB1D98-0DDA-48C3-9C2D-94FE1130061A}" type="sibTrans" cxnId="{D4B9E21E-4142-48D4-AEE7-78CB60D3AA65}">
      <dgm:prSet/>
      <dgm:spPr/>
      <dgm:t>
        <a:bodyPr/>
        <a:lstStyle/>
        <a:p>
          <a:endParaRPr lang="en-US"/>
        </a:p>
      </dgm:t>
    </dgm:pt>
    <dgm:pt modelId="{4C9A9210-93E1-BA41-A033-3F65043FBA6B}">
      <dgm:prSet phldr="0"/>
      <dgm:spPr/>
      <dgm:t>
        <a:bodyPr/>
        <a:lstStyle/>
        <a:p>
          <a:pPr rtl="0"/>
          <a:r>
            <a:rPr lang="en-US">
              <a:latin typeface="Century Gothic" panose="020B0502020202020204"/>
            </a:rPr>
            <a:t>Forensics Detective: UV imaging can reveal bruises that have recently faded and hidden fluids at crime scenes</a:t>
          </a:r>
          <a:endParaRPr lang="en-US"/>
        </a:p>
      </dgm:t>
    </dgm:pt>
    <dgm:pt modelId="{0B8B7242-3517-D44A-AC11-41011DA2BAA1}" type="parTrans" cxnId="{EAC1E8E6-770E-4A0A-9F65-51F24327109D}">
      <dgm:prSet/>
      <dgm:spPr/>
    </dgm:pt>
    <dgm:pt modelId="{10113A38-6AEC-EF40-AFE7-716561489C33}" type="sibTrans" cxnId="{EAC1E8E6-770E-4A0A-9F65-51F24327109D}">
      <dgm:prSet/>
      <dgm:spPr/>
    </dgm:pt>
    <dgm:pt modelId="{3F631120-6735-EC45-92EE-4CB9C84912A2}" type="pres">
      <dgm:prSet presAssocID="{4AA9BF2B-0BF9-4927-888C-EBEDE9A730F8}" presName="diagram" presStyleCnt="0">
        <dgm:presLayoutVars>
          <dgm:dir/>
          <dgm:resizeHandles val="exact"/>
        </dgm:presLayoutVars>
      </dgm:prSet>
      <dgm:spPr/>
    </dgm:pt>
    <dgm:pt modelId="{9499A15C-ADE5-3445-B7DA-6CFCE1CF7597}" type="pres">
      <dgm:prSet presAssocID="{DC9E2874-D8C2-4DA9-82EC-C82409FF650A}" presName="node" presStyleLbl="node1" presStyleIdx="0" presStyleCnt="6">
        <dgm:presLayoutVars>
          <dgm:bulletEnabled val="1"/>
        </dgm:presLayoutVars>
      </dgm:prSet>
      <dgm:spPr/>
    </dgm:pt>
    <dgm:pt modelId="{848EF376-BC79-3B48-B09B-757C9D6D3F9C}" type="pres">
      <dgm:prSet presAssocID="{0CD455CC-7DF2-413C-8D9B-67A457F89BE6}" presName="sibTrans" presStyleLbl="sibTrans2D1" presStyleIdx="0" presStyleCnt="5"/>
      <dgm:spPr/>
    </dgm:pt>
    <dgm:pt modelId="{B18A0AC0-00D0-9745-954A-772C769D9875}" type="pres">
      <dgm:prSet presAssocID="{0CD455CC-7DF2-413C-8D9B-67A457F89BE6}" presName="connectorText" presStyleLbl="sibTrans2D1" presStyleIdx="0" presStyleCnt="5"/>
      <dgm:spPr/>
    </dgm:pt>
    <dgm:pt modelId="{BB519498-7C31-8345-BABC-8DF0AB2CDC8B}" type="pres">
      <dgm:prSet presAssocID="{6BCA7B20-69DB-47D9-B71C-2065748769EE}" presName="node" presStyleLbl="node1" presStyleIdx="1" presStyleCnt="6">
        <dgm:presLayoutVars>
          <dgm:bulletEnabled val="1"/>
        </dgm:presLayoutVars>
      </dgm:prSet>
      <dgm:spPr/>
    </dgm:pt>
    <dgm:pt modelId="{7F4877A8-0C09-DD43-8FD5-F4635D32982A}" type="pres">
      <dgm:prSet presAssocID="{F66ACED0-6569-4B10-833B-6176DABB4783}" presName="sibTrans" presStyleLbl="sibTrans2D1" presStyleIdx="1" presStyleCnt="5"/>
      <dgm:spPr/>
    </dgm:pt>
    <dgm:pt modelId="{F000E348-D7C3-4940-ABCF-FA46769D37D0}" type="pres">
      <dgm:prSet presAssocID="{F66ACED0-6569-4B10-833B-6176DABB4783}" presName="connectorText" presStyleLbl="sibTrans2D1" presStyleIdx="1" presStyleCnt="5"/>
      <dgm:spPr/>
    </dgm:pt>
    <dgm:pt modelId="{9358627B-3B7A-E24A-BFC1-013A94F5801B}" type="pres">
      <dgm:prSet presAssocID="{1CB090C8-5B05-4079-B036-707462AA7BC9}" presName="node" presStyleLbl="node1" presStyleIdx="2" presStyleCnt="6">
        <dgm:presLayoutVars>
          <dgm:bulletEnabled val="1"/>
        </dgm:presLayoutVars>
      </dgm:prSet>
      <dgm:spPr/>
    </dgm:pt>
    <dgm:pt modelId="{47495B48-B140-7640-A722-525CDC27D97A}" type="pres">
      <dgm:prSet presAssocID="{E3BAC452-AA13-458F-B752-EFF92377C30E}" presName="sibTrans" presStyleLbl="sibTrans2D1" presStyleIdx="2" presStyleCnt="5"/>
      <dgm:spPr/>
    </dgm:pt>
    <dgm:pt modelId="{14DB5D0A-979D-684C-92F1-B31914E128C6}" type="pres">
      <dgm:prSet presAssocID="{E3BAC452-AA13-458F-B752-EFF92377C30E}" presName="connectorText" presStyleLbl="sibTrans2D1" presStyleIdx="2" presStyleCnt="5"/>
      <dgm:spPr/>
    </dgm:pt>
    <dgm:pt modelId="{F3C1D626-7A86-DB4F-8E0B-7419D6A41239}" type="pres">
      <dgm:prSet presAssocID="{72BB088C-C27A-4938-A2CD-329966B488C0}" presName="node" presStyleLbl="node1" presStyleIdx="3" presStyleCnt="6">
        <dgm:presLayoutVars>
          <dgm:bulletEnabled val="1"/>
        </dgm:presLayoutVars>
      </dgm:prSet>
      <dgm:spPr/>
    </dgm:pt>
    <dgm:pt modelId="{C21A2B19-26CF-0741-9181-EADE32DBD3A7}" type="pres">
      <dgm:prSet presAssocID="{A23FE0C6-CE86-41C9-A337-F4530D751DDB}" presName="sibTrans" presStyleLbl="sibTrans2D1" presStyleIdx="3" presStyleCnt="5"/>
      <dgm:spPr/>
    </dgm:pt>
    <dgm:pt modelId="{43EB2FDD-C07B-984F-B629-2D640F1B10CC}" type="pres">
      <dgm:prSet presAssocID="{A23FE0C6-CE86-41C9-A337-F4530D751DDB}" presName="connectorText" presStyleLbl="sibTrans2D1" presStyleIdx="3" presStyleCnt="5"/>
      <dgm:spPr/>
    </dgm:pt>
    <dgm:pt modelId="{CA727B92-202A-AA46-B40F-248AC2F81F7F}" type="pres">
      <dgm:prSet presAssocID="{F0E29FB3-67AB-4106-A45A-7BEA4D49E7E8}" presName="node" presStyleLbl="node1" presStyleIdx="4" presStyleCnt="6">
        <dgm:presLayoutVars>
          <dgm:bulletEnabled val="1"/>
        </dgm:presLayoutVars>
      </dgm:prSet>
      <dgm:spPr/>
    </dgm:pt>
    <dgm:pt modelId="{29900A55-EF20-5C45-821E-4EEDCF92D10B}" type="pres">
      <dgm:prSet presAssocID="{A7FB1D98-0DDA-48C3-9C2D-94FE1130061A}" presName="sibTrans" presStyleLbl="sibTrans2D1" presStyleIdx="4" presStyleCnt="5"/>
      <dgm:spPr/>
    </dgm:pt>
    <dgm:pt modelId="{22B1175A-F2E8-B749-8481-3072505C0981}" type="pres">
      <dgm:prSet presAssocID="{A7FB1D98-0DDA-48C3-9C2D-94FE1130061A}" presName="connectorText" presStyleLbl="sibTrans2D1" presStyleIdx="4" presStyleCnt="5"/>
      <dgm:spPr/>
    </dgm:pt>
    <dgm:pt modelId="{7D123CAF-D864-C94F-A856-07BE572DB6E0}" type="pres">
      <dgm:prSet presAssocID="{4C9A9210-93E1-BA41-A033-3F65043FBA6B}" presName="node" presStyleLbl="node1" presStyleIdx="5" presStyleCnt="6">
        <dgm:presLayoutVars>
          <dgm:bulletEnabled val="1"/>
        </dgm:presLayoutVars>
      </dgm:prSet>
      <dgm:spPr/>
    </dgm:pt>
  </dgm:ptLst>
  <dgm:cxnLst>
    <dgm:cxn modelId="{9621A305-B6ED-0043-8902-13A5ECBE2363}" type="presOf" srcId="{0CD455CC-7DF2-413C-8D9B-67A457F89BE6}" destId="{B18A0AC0-00D0-9745-954A-772C769D9875}" srcOrd="1" destOrd="0" presId="urn:microsoft.com/office/officeart/2005/8/layout/process5"/>
    <dgm:cxn modelId="{D4B9E21E-4142-48D4-AEE7-78CB60D3AA65}" srcId="{4AA9BF2B-0BF9-4927-888C-EBEDE9A730F8}" destId="{F0E29FB3-67AB-4106-A45A-7BEA4D49E7E8}" srcOrd="4" destOrd="0" parTransId="{93FA2395-1792-4F72-AC37-E03C710F5911}" sibTransId="{A7FB1D98-0DDA-48C3-9C2D-94FE1130061A}"/>
    <dgm:cxn modelId="{8A0D7227-5FD3-47BE-98DC-834756325878}" srcId="{4AA9BF2B-0BF9-4927-888C-EBEDE9A730F8}" destId="{72BB088C-C27A-4938-A2CD-329966B488C0}" srcOrd="3" destOrd="0" parTransId="{9851B997-F1CF-4C95-BAF7-A9E4A80438A3}" sibTransId="{A23FE0C6-CE86-41C9-A337-F4530D751DDB}"/>
    <dgm:cxn modelId="{243A0332-0D13-DC4C-983F-098958735BB3}" type="presOf" srcId="{F66ACED0-6569-4B10-833B-6176DABB4783}" destId="{7F4877A8-0C09-DD43-8FD5-F4635D32982A}" srcOrd="0" destOrd="0" presId="urn:microsoft.com/office/officeart/2005/8/layout/process5"/>
    <dgm:cxn modelId="{08898B3A-3ED6-9A4A-8EFA-C9122AAF5FBD}" type="presOf" srcId="{4AA9BF2B-0BF9-4927-888C-EBEDE9A730F8}" destId="{3F631120-6735-EC45-92EE-4CB9C84912A2}" srcOrd="0" destOrd="0" presId="urn:microsoft.com/office/officeart/2005/8/layout/process5"/>
    <dgm:cxn modelId="{1FFA1246-1520-B34E-A250-69A98E3B077F}" type="presOf" srcId="{6BCA7B20-69DB-47D9-B71C-2065748769EE}" destId="{BB519498-7C31-8345-BABC-8DF0AB2CDC8B}" srcOrd="0" destOrd="0" presId="urn:microsoft.com/office/officeart/2005/8/layout/process5"/>
    <dgm:cxn modelId="{28AE6949-9AE0-E541-877F-40D3A3340902}" type="presOf" srcId="{1CB090C8-5B05-4079-B036-707462AA7BC9}" destId="{9358627B-3B7A-E24A-BFC1-013A94F5801B}" srcOrd="0" destOrd="0" presId="urn:microsoft.com/office/officeart/2005/8/layout/process5"/>
    <dgm:cxn modelId="{5B6A1F4C-8B36-1243-B5F6-3B501C7721B3}" type="presOf" srcId="{F0E29FB3-67AB-4106-A45A-7BEA4D49E7E8}" destId="{CA727B92-202A-AA46-B40F-248AC2F81F7F}" srcOrd="0" destOrd="0" presId="urn:microsoft.com/office/officeart/2005/8/layout/process5"/>
    <dgm:cxn modelId="{1A2F0C5D-A00D-4386-8E65-696F06238D35}" srcId="{4AA9BF2B-0BF9-4927-888C-EBEDE9A730F8}" destId="{6BCA7B20-69DB-47D9-B71C-2065748769EE}" srcOrd="1" destOrd="0" parTransId="{90A0ED0E-7467-46BC-A137-6F9082249C20}" sibTransId="{F66ACED0-6569-4B10-833B-6176DABB4783}"/>
    <dgm:cxn modelId="{CA36C463-AED5-1747-9993-EA5A9B59B1AA}" type="presOf" srcId="{E3BAC452-AA13-458F-B752-EFF92377C30E}" destId="{14DB5D0A-979D-684C-92F1-B31914E128C6}" srcOrd="1" destOrd="0" presId="urn:microsoft.com/office/officeart/2005/8/layout/process5"/>
    <dgm:cxn modelId="{DEBC5A87-7FBA-4F20-951D-6CCA748F3CE8}" srcId="{4AA9BF2B-0BF9-4927-888C-EBEDE9A730F8}" destId="{DC9E2874-D8C2-4DA9-82EC-C82409FF650A}" srcOrd="0" destOrd="0" parTransId="{A553F65B-A31C-4ACF-8ACB-E9B2A9D3E90F}" sibTransId="{0CD455CC-7DF2-413C-8D9B-67A457F89BE6}"/>
    <dgm:cxn modelId="{852B30B0-3096-41F0-B4D9-F62EA9965DFB}" type="presOf" srcId="{A7FB1D98-0DDA-48C3-9C2D-94FE1130061A}" destId="{22B1175A-F2E8-B749-8481-3072505C0981}" srcOrd="1" destOrd="0" presId="urn:microsoft.com/office/officeart/2005/8/layout/process5"/>
    <dgm:cxn modelId="{2734B1B4-549C-B24E-8A29-A0CAAA4DE39B}" type="presOf" srcId="{0CD455CC-7DF2-413C-8D9B-67A457F89BE6}" destId="{848EF376-BC79-3B48-B09B-757C9D6D3F9C}" srcOrd="0" destOrd="0" presId="urn:microsoft.com/office/officeart/2005/8/layout/process5"/>
    <dgm:cxn modelId="{B722B3B4-3DAE-8845-9339-8B526CAA0F69}" type="presOf" srcId="{DC9E2874-D8C2-4DA9-82EC-C82409FF650A}" destId="{9499A15C-ADE5-3445-B7DA-6CFCE1CF7597}" srcOrd="0" destOrd="0" presId="urn:microsoft.com/office/officeart/2005/8/layout/process5"/>
    <dgm:cxn modelId="{00C1D8B9-6D1A-8142-83F5-3D33039DC325}" type="presOf" srcId="{A23FE0C6-CE86-41C9-A337-F4530D751DDB}" destId="{43EB2FDD-C07B-984F-B629-2D640F1B10CC}" srcOrd="1" destOrd="0" presId="urn:microsoft.com/office/officeart/2005/8/layout/process5"/>
    <dgm:cxn modelId="{347E63C4-2BFF-324A-AD63-59090E6F881C}" type="presOf" srcId="{72BB088C-C27A-4938-A2CD-329966B488C0}" destId="{F3C1D626-7A86-DB4F-8E0B-7419D6A41239}" srcOrd="0" destOrd="0" presId="urn:microsoft.com/office/officeart/2005/8/layout/process5"/>
    <dgm:cxn modelId="{FA8799D0-7A70-4056-A94C-E34161E615AB}" type="presOf" srcId="{A7FB1D98-0DDA-48C3-9C2D-94FE1130061A}" destId="{29900A55-EF20-5C45-821E-4EEDCF92D10B}" srcOrd="0" destOrd="0" presId="urn:microsoft.com/office/officeart/2005/8/layout/process5"/>
    <dgm:cxn modelId="{547F9AE0-6A91-C04F-AA00-D67A70ECD29F}" type="presOf" srcId="{F66ACED0-6569-4B10-833B-6176DABB4783}" destId="{F000E348-D7C3-4940-ABCF-FA46769D37D0}" srcOrd="1" destOrd="0" presId="urn:microsoft.com/office/officeart/2005/8/layout/process5"/>
    <dgm:cxn modelId="{EAC1E8E6-770E-4A0A-9F65-51F24327109D}" srcId="{4AA9BF2B-0BF9-4927-888C-EBEDE9A730F8}" destId="{4C9A9210-93E1-BA41-A033-3F65043FBA6B}" srcOrd="5" destOrd="0" parTransId="{0B8B7242-3517-D44A-AC11-41011DA2BAA1}" sibTransId="{10113A38-6AEC-EF40-AFE7-716561489C33}"/>
    <dgm:cxn modelId="{3FAAC9EE-B665-D648-B1DB-5DF6956EF4F3}" type="presOf" srcId="{A23FE0C6-CE86-41C9-A337-F4530D751DDB}" destId="{C21A2B19-26CF-0741-9181-EADE32DBD3A7}" srcOrd="0" destOrd="0" presId="urn:microsoft.com/office/officeart/2005/8/layout/process5"/>
    <dgm:cxn modelId="{DB5008F8-9AE8-4FEA-8AD8-DC7E67293356}" type="presOf" srcId="{4C9A9210-93E1-BA41-A033-3F65043FBA6B}" destId="{7D123CAF-D864-C94F-A856-07BE572DB6E0}" srcOrd="0" destOrd="0" presId="urn:microsoft.com/office/officeart/2005/8/layout/process5"/>
    <dgm:cxn modelId="{CCA20CFA-CFE8-4D71-804C-E32D96FCBFBA}" srcId="{4AA9BF2B-0BF9-4927-888C-EBEDE9A730F8}" destId="{1CB090C8-5B05-4079-B036-707462AA7BC9}" srcOrd="2" destOrd="0" parTransId="{BCB66E3A-624E-4FBC-8CA0-43147155C7E1}" sibTransId="{E3BAC452-AA13-458F-B752-EFF92377C30E}"/>
    <dgm:cxn modelId="{56D578FC-1F4E-4140-8747-1854E386B8E0}" type="presOf" srcId="{E3BAC452-AA13-458F-B752-EFF92377C30E}" destId="{47495B48-B140-7640-A722-525CDC27D97A}" srcOrd="0" destOrd="0" presId="urn:microsoft.com/office/officeart/2005/8/layout/process5"/>
    <dgm:cxn modelId="{08D2C9D9-1958-9F4A-98F9-655DAB9F1655}" type="presParOf" srcId="{3F631120-6735-EC45-92EE-4CB9C84912A2}" destId="{9499A15C-ADE5-3445-B7DA-6CFCE1CF7597}" srcOrd="0" destOrd="0" presId="urn:microsoft.com/office/officeart/2005/8/layout/process5"/>
    <dgm:cxn modelId="{C2FEEA0D-641E-CF4B-83A4-84FC172F436A}" type="presParOf" srcId="{3F631120-6735-EC45-92EE-4CB9C84912A2}" destId="{848EF376-BC79-3B48-B09B-757C9D6D3F9C}" srcOrd="1" destOrd="0" presId="urn:microsoft.com/office/officeart/2005/8/layout/process5"/>
    <dgm:cxn modelId="{AF81057B-2676-5647-B182-91F89F92653B}" type="presParOf" srcId="{848EF376-BC79-3B48-B09B-757C9D6D3F9C}" destId="{B18A0AC0-00D0-9745-954A-772C769D9875}" srcOrd="0" destOrd="0" presId="urn:microsoft.com/office/officeart/2005/8/layout/process5"/>
    <dgm:cxn modelId="{CCDA928C-EE5E-4146-9530-5CC459DE0CC5}" type="presParOf" srcId="{3F631120-6735-EC45-92EE-4CB9C84912A2}" destId="{BB519498-7C31-8345-BABC-8DF0AB2CDC8B}" srcOrd="2" destOrd="0" presId="urn:microsoft.com/office/officeart/2005/8/layout/process5"/>
    <dgm:cxn modelId="{7C64BFAC-7B55-2E4E-920E-9BD62D0207E4}" type="presParOf" srcId="{3F631120-6735-EC45-92EE-4CB9C84912A2}" destId="{7F4877A8-0C09-DD43-8FD5-F4635D32982A}" srcOrd="3" destOrd="0" presId="urn:microsoft.com/office/officeart/2005/8/layout/process5"/>
    <dgm:cxn modelId="{8214BC97-D794-7845-B687-5FD5FDC2DC51}" type="presParOf" srcId="{7F4877A8-0C09-DD43-8FD5-F4635D32982A}" destId="{F000E348-D7C3-4940-ABCF-FA46769D37D0}" srcOrd="0" destOrd="0" presId="urn:microsoft.com/office/officeart/2005/8/layout/process5"/>
    <dgm:cxn modelId="{62930C3B-FCAE-ED4A-A897-958279E83941}" type="presParOf" srcId="{3F631120-6735-EC45-92EE-4CB9C84912A2}" destId="{9358627B-3B7A-E24A-BFC1-013A94F5801B}" srcOrd="4" destOrd="0" presId="urn:microsoft.com/office/officeart/2005/8/layout/process5"/>
    <dgm:cxn modelId="{355BC07C-0045-E64E-B403-5D5FCCD65294}" type="presParOf" srcId="{3F631120-6735-EC45-92EE-4CB9C84912A2}" destId="{47495B48-B140-7640-A722-525CDC27D97A}" srcOrd="5" destOrd="0" presId="urn:microsoft.com/office/officeart/2005/8/layout/process5"/>
    <dgm:cxn modelId="{5F735803-A231-0B41-8F1B-E539DC5E72D2}" type="presParOf" srcId="{47495B48-B140-7640-A722-525CDC27D97A}" destId="{14DB5D0A-979D-684C-92F1-B31914E128C6}" srcOrd="0" destOrd="0" presId="urn:microsoft.com/office/officeart/2005/8/layout/process5"/>
    <dgm:cxn modelId="{18F8766D-5B59-3D42-A23F-07E0860B773A}" type="presParOf" srcId="{3F631120-6735-EC45-92EE-4CB9C84912A2}" destId="{F3C1D626-7A86-DB4F-8E0B-7419D6A41239}" srcOrd="6" destOrd="0" presId="urn:microsoft.com/office/officeart/2005/8/layout/process5"/>
    <dgm:cxn modelId="{A8233F51-09CD-2440-B263-907BE297EC3A}" type="presParOf" srcId="{3F631120-6735-EC45-92EE-4CB9C84912A2}" destId="{C21A2B19-26CF-0741-9181-EADE32DBD3A7}" srcOrd="7" destOrd="0" presId="urn:microsoft.com/office/officeart/2005/8/layout/process5"/>
    <dgm:cxn modelId="{64CC549F-4795-014C-9BEC-AA46D3D5544E}" type="presParOf" srcId="{C21A2B19-26CF-0741-9181-EADE32DBD3A7}" destId="{43EB2FDD-C07B-984F-B629-2D640F1B10CC}" srcOrd="0" destOrd="0" presId="urn:microsoft.com/office/officeart/2005/8/layout/process5"/>
    <dgm:cxn modelId="{EB2CDA1A-ED37-BC48-8383-C4C6F2F66435}" type="presParOf" srcId="{3F631120-6735-EC45-92EE-4CB9C84912A2}" destId="{CA727B92-202A-AA46-B40F-248AC2F81F7F}" srcOrd="8" destOrd="0" presId="urn:microsoft.com/office/officeart/2005/8/layout/process5"/>
    <dgm:cxn modelId="{ABF32A38-68CB-412E-B45E-23F2802B18D3}" type="presParOf" srcId="{3F631120-6735-EC45-92EE-4CB9C84912A2}" destId="{29900A55-EF20-5C45-821E-4EEDCF92D10B}" srcOrd="9" destOrd="0" presId="urn:microsoft.com/office/officeart/2005/8/layout/process5"/>
    <dgm:cxn modelId="{505C5DB9-17B2-4044-8381-A0C92C50E112}" type="presParOf" srcId="{29900A55-EF20-5C45-821E-4EEDCF92D10B}" destId="{22B1175A-F2E8-B749-8481-3072505C0981}" srcOrd="0" destOrd="0" presId="urn:microsoft.com/office/officeart/2005/8/layout/process5"/>
    <dgm:cxn modelId="{B0F95E54-4CD1-4BD3-BF4B-6EB6EB089D60}" type="presParOf" srcId="{3F631120-6735-EC45-92EE-4CB9C84912A2}" destId="{7D123CAF-D864-C94F-A856-07BE572DB6E0}" srcOrd="10"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EE9E09-6323-46BA-90B3-F0057402D234}"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19179997-6664-456A-BA9B-75B44C98FE69}">
      <dgm:prSet/>
      <dgm:spPr/>
      <dgm:t>
        <a:bodyPr/>
        <a:lstStyle/>
        <a:p>
          <a:r>
            <a:rPr lang="en-US" b="0" i="0"/>
            <a:t>Economic Constraints:</a:t>
          </a:r>
          <a:endParaRPr lang="en-US"/>
        </a:p>
      </dgm:t>
    </dgm:pt>
    <dgm:pt modelId="{B7D9C7A7-80FD-40A3-A84E-8B83D2E8D019}" type="parTrans" cxnId="{1FF35ECA-27FB-4C57-9D13-B2DD2940C0A4}">
      <dgm:prSet/>
      <dgm:spPr/>
      <dgm:t>
        <a:bodyPr/>
        <a:lstStyle/>
        <a:p>
          <a:endParaRPr lang="en-US"/>
        </a:p>
      </dgm:t>
    </dgm:pt>
    <dgm:pt modelId="{D5D5B3DD-60C1-4B6B-A7AC-95ED56FFC522}" type="sibTrans" cxnId="{1FF35ECA-27FB-4C57-9D13-B2DD2940C0A4}">
      <dgm:prSet/>
      <dgm:spPr/>
      <dgm:t>
        <a:bodyPr/>
        <a:lstStyle/>
        <a:p>
          <a:endParaRPr lang="en-US"/>
        </a:p>
      </dgm:t>
    </dgm:pt>
    <dgm:pt modelId="{84984AD6-B006-4211-BA3D-D2149D85ED90}">
      <dgm:prSet/>
      <dgm:spPr/>
      <dgm:t>
        <a:bodyPr/>
        <a:lstStyle/>
        <a:p>
          <a:r>
            <a:rPr lang="en-US" b="0" i="0"/>
            <a:t>Camera components are expensive</a:t>
          </a:r>
          <a:endParaRPr lang="en-US"/>
        </a:p>
      </dgm:t>
    </dgm:pt>
    <dgm:pt modelId="{91D165B9-D551-438B-8F53-6CAD472FD728}" type="parTrans" cxnId="{328AE540-BE7B-4035-912E-FB05D3C6C73E}">
      <dgm:prSet/>
      <dgm:spPr/>
      <dgm:t>
        <a:bodyPr/>
        <a:lstStyle/>
        <a:p>
          <a:endParaRPr lang="en-US"/>
        </a:p>
      </dgm:t>
    </dgm:pt>
    <dgm:pt modelId="{73A3BEA9-50C7-45FC-8643-CBC9C3F64CA7}" type="sibTrans" cxnId="{328AE540-BE7B-4035-912E-FB05D3C6C73E}">
      <dgm:prSet/>
      <dgm:spPr/>
      <dgm:t>
        <a:bodyPr/>
        <a:lstStyle/>
        <a:p>
          <a:endParaRPr lang="en-US"/>
        </a:p>
      </dgm:t>
    </dgm:pt>
    <dgm:pt modelId="{D8FD63F8-E892-44A6-8E81-6A4EDA0E26E7}">
      <dgm:prSet/>
      <dgm:spPr/>
      <dgm:t>
        <a:bodyPr/>
        <a:lstStyle/>
        <a:p>
          <a:r>
            <a:rPr lang="en-US" b="0" i="0"/>
            <a:t>Addressing through mechanical department purchases and entrepreneurship center grant applications</a:t>
          </a:r>
          <a:endParaRPr lang="en-US"/>
        </a:p>
      </dgm:t>
    </dgm:pt>
    <dgm:pt modelId="{1D40B2E4-7506-46C9-99AE-FC668810B723}" type="parTrans" cxnId="{196FBE21-67EA-47F7-A68F-B59B46B89C70}">
      <dgm:prSet/>
      <dgm:spPr/>
      <dgm:t>
        <a:bodyPr/>
        <a:lstStyle/>
        <a:p>
          <a:endParaRPr lang="en-US"/>
        </a:p>
      </dgm:t>
    </dgm:pt>
    <dgm:pt modelId="{D434CB89-F89C-4BA6-A9DB-3C979247D0E5}" type="sibTrans" cxnId="{196FBE21-67EA-47F7-A68F-B59B46B89C70}">
      <dgm:prSet/>
      <dgm:spPr/>
      <dgm:t>
        <a:bodyPr/>
        <a:lstStyle/>
        <a:p>
          <a:endParaRPr lang="en-US"/>
        </a:p>
      </dgm:t>
    </dgm:pt>
    <dgm:pt modelId="{8DD592DC-AF96-4477-914C-6BA072475279}">
      <dgm:prSet/>
      <dgm:spPr/>
      <dgm:t>
        <a:bodyPr/>
        <a:lstStyle/>
        <a:p>
          <a:r>
            <a:rPr lang="en-US" b="0" i="0"/>
            <a:t>Team member certified for 1819 operations to eliminate labor costs</a:t>
          </a:r>
          <a:endParaRPr lang="en-US"/>
        </a:p>
      </dgm:t>
    </dgm:pt>
    <dgm:pt modelId="{0505E2C7-15EB-4E4E-A8B3-EF95CC8747B8}" type="parTrans" cxnId="{823B8882-7627-4225-BAC3-7082828A003F}">
      <dgm:prSet/>
      <dgm:spPr/>
      <dgm:t>
        <a:bodyPr/>
        <a:lstStyle/>
        <a:p>
          <a:endParaRPr lang="en-US"/>
        </a:p>
      </dgm:t>
    </dgm:pt>
    <dgm:pt modelId="{73EADF9A-7465-45CA-AD04-75B9437ECDEB}" type="sibTrans" cxnId="{823B8882-7627-4225-BAC3-7082828A003F}">
      <dgm:prSet/>
      <dgm:spPr/>
      <dgm:t>
        <a:bodyPr/>
        <a:lstStyle/>
        <a:p>
          <a:endParaRPr lang="en-US"/>
        </a:p>
      </dgm:t>
    </dgm:pt>
    <dgm:pt modelId="{4665A4B3-E667-4842-9A0A-25D9FA109CE2}">
      <dgm:prSet/>
      <dgm:spPr/>
      <dgm:t>
        <a:bodyPr/>
        <a:lstStyle/>
        <a:p>
          <a:r>
            <a:rPr lang="en-US" b="0" i="0"/>
            <a:t>Professional Constraints:</a:t>
          </a:r>
          <a:endParaRPr lang="en-US"/>
        </a:p>
      </dgm:t>
    </dgm:pt>
    <dgm:pt modelId="{E9F20DE9-E199-451C-BF53-5DB8E752DAA6}" type="parTrans" cxnId="{DC35C369-B031-429D-A2EE-015B45B31A7E}">
      <dgm:prSet/>
      <dgm:spPr/>
      <dgm:t>
        <a:bodyPr/>
        <a:lstStyle/>
        <a:p>
          <a:endParaRPr lang="en-US"/>
        </a:p>
      </dgm:t>
    </dgm:pt>
    <dgm:pt modelId="{1B6C0605-BCD5-4C8B-961D-1010AB6E8E6F}" type="sibTrans" cxnId="{DC35C369-B031-429D-A2EE-015B45B31A7E}">
      <dgm:prSet/>
      <dgm:spPr/>
      <dgm:t>
        <a:bodyPr/>
        <a:lstStyle/>
        <a:p>
          <a:endParaRPr lang="en-US"/>
        </a:p>
      </dgm:t>
    </dgm:pt>
    <dgm:pt modelId="{A858D3B3-8CA0-4629-B3A5-49F1A0A09B09}">
      <dgm:prSet/>
      <dgm:spPr/>
      <dgm:t>
        <a:bodyPr/>
        <a:lstStyle/>
        <a:p>
          <a:r>
            <a:rPr lang="en-US" b="0" i="0"/>
            <a:t>Limited time and scope of senior design program</a:t>
          </a:r>
          <a:endParaRPr lang="en-US"/>
        </a:p>
      </dgm:t>
    </dgm:pt>
    <dgm:pt modelId="{436578CD-3559-4B2B-87AF-FD4D4DFC25E3}" type="parTrans" cxnId="{A4B40F95-4A69-4CB4-81D0-90B91880FD1D}">
      <dgm:prSet/>
      <dgm:spPr/>
      <dgm:t>
        <a:bodyPr/>
        <a:lstStyle/>
        <a:p>
          <a:endParaRPr lang="en-US"/>
        </a:p>
      </dgm:t>
    </dgm:pt>
    <dgm:pt modelId="{17C2E414-3342-4FE7-B690-C3E803E46A1A}" type="sibTrans" cxnId="{A4B40F95-4A69-4CB4-81D0-90B91880FD1D}">
      <dgm:prSet/>
      <dgm:spPr/>
      <dgm:t>
        <a:bodyPr/>
        <a:lstStyle/>
        <a:p>
          <a:endParaRPr lang="en-US"/>
        </a:p>
      </dgm:t>
    </dgm:pt>
    <dgm:pt modelId="{D6CFBD7C-54E1-44EC-AB8B-1CBD04BAFA74}">
      <dgm:prSet/>
      <dgm:spPr/>
      <dgm:t>
        <a:bodyPr/>
        <a:lstStyle/>
        <a:p>
          <a:r>
            <a:rPr lang="en-US" b="0" i="0"/>
            <a:t>Important portfolio piece showcasing skills for post-graduation careers</a:t>
          </a:r>
          <a:endParaRPr lang="en-US"/>
        </a:p>
      </dgm:t>
    </dgm:pt>
    <dgm:pt modelId="{83AADB2A-3481-4B8C-B8F8-F34C1C7542B7}" type="parTrans" cxnId="{E0DE59D4-8266-4177-877E-4177B3A4C540}">
      <dgm:prSet/>
      <dgm:spPr/>
      <dgm:t>
        <a:bodyPr/>
        <a:lstStyle/>
        <a:p>
          <a:endParaRPr lang="en-US"/>
        </a:p>
      </dgm:t>
    </dgm:pt>
    <dgm:pt modelId="{57C83BE9-D6CF-47E4-8ED5-975DC37A58DB}" type="sibTrans" cxnId="{E0DE59D4-8266-4177-877E-4177B3A4C540}">
      <dgm:prSet/>
      <dgm:spPr/>
      <dgm:t>
        <a:bodyPr/>
        <a:lstStyle/>
        <a:p>
          <a:endParaRPr lang="en-US"/>
        </a:p>
      </dgm:t>
    </dgm:pt>
    <dgm:pt modelId="{83E0C8EC-AB81-4FF0-97C5-5A38A3AFE35C}">
      <dgm:prSet/>
      <dgm:spPr/>
      <dgm:t>
        <a:bodyPr/>
        <a:lstStyle/>
        <a:p>
          <a:r>
            <a:rPr lang="en-US" b="0" i="0"/>
            <a:t>Scalable design for post-graduation startup development</a:t>
          </a:r>
          <a:endParaRPr lang="en-US"/>
        </a:p>
      </dgm:t>
    </dgm:pt>
    <dgm:pt modelId="{90658C7D-7AC6-4440-8C35-AFAA539CE761}" type="parTrans" cxnId="{641D2DD1-8613-4EBA-A37A-CA54FEA1413F}">
      <dgm:prSet/>
      <dgm:spPr/>
      <dgm:t>
        <a:bodyPr/>
        <a:lstStyle/>
        <a:p>
          <a:endParaRPr lang="en-US"/>
        </a:p>
      </dgm:t>
    </dgm:pt>
    <dgm:pt modelId="{6DF9CB42-0E28-47CA-823D-599D6ABA8729}" type="sibTrans" cxnId="{641D2DD1-8613-4EBA-A37A-CA54FEA1413F}">
      <dgm:prSet/>
      <dgm:spPr/>
      <dgm:t>
        <a:bodyPr/>
        <a:lstStyle/>
        <a:p>
          <a:endParaRPr lang="en-US"/>
        </a:p>
      </dgm:t>
    </dgm:pt>
    <dgm:pt modelId="{F528D59D-E153-41D9-912B-04D08A6B731B}">
      <dgm:prSet/>
      <dgm:spPr/>
      <dgm:t>
        <a:bodyPr/>
        <a:lstStyle/>
        <a:p>
          <a:r>
            <a:rPr lang="en-US" b="0" i="0"/>
            <a:t>Market Constraints:</a:t>
          </a:r>
          <a:endParaRPr lang="en-US"/>
        </a:p>
      </dgm:t>
    </dgm:pt>
    <dgm:pt modelId="{C93F0400-714A-48E4-916B-C495782B303F}" type="parTrans" cxnId="{B3419F58-F684-45BD-B83F-5E245DE9BD84}">
      <dgm:prSet/>
      <dgm:spPr/>
      <dgm:t>
        <a:bodyPr/>
        <a:lstStyle/>
        <a:p>
          <a:endParaRPr lang="en-US"/>
        </a:p>
      </dgm:t>
    </dgm:pt>
    <dgm:pt modelId="{602C5A54-8F54-41A2-B53F-149128A75A97}" type="sibTrans" cxnId="{B3419F58-F684-45BD-B83F-5E245DE9BD84}">
      <dgm:prSet/>
      <dgm:spPr/>
      <dgm:t>
        <a:bodyPr/>
        <a:lstStyle/>
        <a:p>
          <a:endParaRPr lang="en-US"/>
        </a:p>
      </dgm:t>
    </dgm:pt>
    <dgm:pt modelId="{D4DF4315-91CF-44A6-A3D7-536D73A4126F}">
      <dgm:prSet/>
      <dgm:spPr/>
      <dgm:t>
        <a:bodyPr/>
        <a:lstStyle/>
        <a:p>
          <a:r>
            <a:rPr lang="en-US" b="0" i="0"/>
            <a:t>Niche product requiring targeted audience identification</a:t>
          </a:r>
          <a:endParaRPr lang="en-US"/>
        </a:p>
      </dgm:t>
    </dgm:pt>
    <dgm:pt modelId="{AF68912B-11C3-4C0E-9200-8FF505740559}" type="parTrans" cxnId="{66BF65EB-C426-457A-B1D7-E951D135B29D}">
      <dgm:prSet/>
      <dgm:spPr/>
      <dgm:t>
        <a:bodyPr/>
        <a:lstStyle/>
        <a:p>
          <a:endParaRPr lang="en-US"/>
        </a:p>
      </dgm:t>
    </dgm:pt>
    <dgm:pt modelId="{F3733261-50AF-4729-9435-9844D76526CE}" type="sibTrans" cxnId="{66BF65EB-C426-457A-B1D7-E951D135B29D}">
      <dgm:prSet/>
      <dgm:spPr/>
      <dgm:t>
        <a:bodyPr/>
        <a:lstStyle/>
        <a:p>
          <a:endParaRPr lang="en-US"/>
        </a:p>
      </dgm:t>
    </dgm:pt>
    <dgm:pt modelId="{4E5FE41F-05E3-486D-BE25-43DAF4110E81}">
      <dgm:prSet/>
      <dgm:spPr/>
      <dgm:t>
        <a:bodyPr/>
        <a:lstStyle/>
        <a:p>
          <a:r>
            <a:rPr lang="en-US" b="0" i="0"/>
            <a:t>Conveying unique value proposition through user stories</a:t>
          </a:r>
          <a:endParaRPr lang="en-US"/>
        </a:p>
      </dgm:t>
    </dgm:pt>
    <dgm:pt modelId="{E0C916C8-EACF-43BB-96F3-E0A50282E3E1}" type="parTrans" cxnId="{59361BA2-83DF-4C92-9DCE-AA6A512C861F}">
      <dgm:prSet/>
      <dgm:spPr/>
      <dgm:t>
        <a:bodyPr/>
        <a:lstStyle/>
        <a:p>
          <a:endParaRPr lang="en-US"/>
        </a:p>
      </dgm:t>
    </dgm:pt>
    <dgm:pt modelId="{AAAD5EF8-54C8-42F6-B24A-EE41F8ACCB50}" type="sibTrans" cxnId="{59361BA2-83DF-4C92-9DCE-AA6A512C861F}">
      <dgm:prSet/>
      <dgm:spPr/>
      <dgm:t>
        <a:bodyPr/>
        <a:lstStyle/>
        <a:p>
          <a:endParaRPr lang="en-US"/>
        </a:p>
      </dgm:t>
    </dgm:pt>
    <dgm:pt modelId="{986690F1-71EF-4AD6-8645-B2975BC009AC}">
      <dgm:prSet/>
      <dgm:spPr/>
      <dgm:t>
        <a:bodyPr/>
        <a:lstStyle/>
        <a:p>
          <a:r>
            <a:rPr lang="en-US" b="0" i="0"/>
            <a:t>Differentiating from existing bulky lab equipment and consumer cameras</a:t>
          </a:r>
          <a:endParaRPr lang="en-US"/>
        </a:p>
      </dgm:t>
    </dgm:pt>
    <dgm:pt modelId="{FDA0070D-48AC-4CAF-BE57-DCCE5E70E428}" type="parTrans" cxnId="{645EB1A3-D26E-4B11-8224-36CB15B26917}">
      <dgm:prSet/>
      <dgm:spPr/>
      <dgm:t>
        <a:bodyPr/>
        <a:lstStyle/>
        <a:p>
          <a:endParaRPr lang="en-US"/>
        </a:p>
      </dgm:t>
    </dgm:pt>
    <dgm:pt modelId="{CA829520-17DA-40E5-B107-8634D204CD55}" type="sibTrans" cxnId="{645EB1A3-D26E-4B11-8224-36CB15B26917}">
      <dgm:prSet/>
      <dgm:spPr/>
      <dgm:t>
        <a:bodyPr/>
        <a:lstStyle/>
        <a:p>
          <a:endParaRPr lang="en-US"/>
        </a:p>
      </dgm:t>
    </dgm:pt>
    <dgm:pt modelId="{78DEF9B1-7EF4-A24E-8D60-B0F6FAEA7CA0}" type="pres">
      <dgm:prSet presAssocID="{59EE9E09-6323-46BA-90B3-F0057402D234}" presName="diagram" presStyleCnt="0">
        <dgm:presLayoutVars>
          <dgm:dir/>
          <dgm:resizeHandles val="exact"/>
        </dgm:presLayoutVars>
      </dgm:prSet>
      <dgm:spPr/>
    </dgm:pt>
    <dgm:pt modelId="{9E4D5534-F0CB-A64C-B603-F1EB585A2A3F}" type="pres">
      <dgm:prSet presAssocID="{19179997-6664-456A-BA9B-75B44C98FE69}" presName="node" presStyleLbl="node1" presStyleIdx="0" presStyleCnt="12">
        <dgm:presLayoutVars>
          <dgm:bulletEnabled val="1"/>
        </dgm:presLayoutVars>
      </dgm:prSet>
      <dgm:spPr/>
    </dgm:pt>
    <dgm:pt modelId="{01BFFA12-1092-554B-87B4-D9E990A8F5B0}" type="pres">
      <dgm:prSet presAssocID="{D5D5B3DD-60C1-4B6B-A7AC-95ED56FFC522}" presName="sibTrans" presStyleCnt="0"/>
      <dgm:spPr/>
    </dgm:pt>
    <dgm:pt modelId="{ADA1BFA3-6AD0-9044-86B3-A8C115BBBFB3}" type="pres">
      <dgm:prSet presAssocID="{84984AD6-B006-4211-BA3D-D2149D85ED90}" presName="node" presStyleLbl="node1" presStyleIdx="1" presStyleCnt="12">
        <dgm:presLayoutVars>
          <dgm:bulletEnabled val="1"/>
        </dgm:presLayoutVars>
      </dgm:prSet>
      <dgm:spPr/>
    </dgm:pt>
    <dgm:pt modelId="{AFAE625B-5F69-2B45-B9DB-DE2A23289AFD}" type="pres">
      <dgm:prSet presAssocID="{73A3BEA9-50C7-45FC-8643-CBC9C3F64CA7}" presName="sibTrans" presStyleCnt="0"/>
      <dgm:spPr/>
    </dgm:pt>
    <dgm:pt modelId="{41731580-99BF-E340-93DF-3EC0F8AB0BF3}" type="pres">
      <dgm:prSet presAssocID="{D8FD63F8-E892-44A6-8E81-6A4EDA0E26E7}" presName="node" presStyleLbl="node1" presStyleIdx="2" presStyleCnt="12">
        <dgm:presLayoutVars>
          <dgm:bulletEnabled val="1"/>
        </dgm:presLayoutVars>
      </dgm:prSet>
      <dgm:spPr/>
    </dgm:pt>
    <dgm:pt modelId="{FA160DC9-E15C-E646-A99B-8FACC62139A5}" type="pres">
      <dgm:prSet presAssocID="{D434CB89-F89C-4BA6-A9DB-3C979247D0E5}" presName="sibTrans" presStyleCnt="0"/>
      <dgm:spPr/>
    </dgm:pt>
    <dgm:pt modelId="{885D84DB-CE52-084D-8D67-5D736ACD259A}" type="pres">
      <dgm:prSet presAssocID="{8DD592DC-AF96-4477-914C-6BA072475279}" presName="node" presStyleLbl="node1" presStyleIdx="3" presStyleCnt="12">
        <dgm:presLayoutVars>
          <dgm:bulletEnabled val="1"/>
        </dgm:presLayoutVars>
      </dgm:prSet>
      <dgm:spPr/>
    </dgm:pt>
    <dgm:pt modelId="{764B5279-20BF-0A48-8722-529112EA1380}" type="pres">
      <dgm:prSet presAssocID="{73EADF9A-7465-45CA-AD04-75B9437ECDEB}" presName="sibTrans" presStyleCnt="0"/>
      <dgm:spPr/>
    </dgm:pt>
    <dgm:pt modelId="{BF15318A-CA78-CB47-95AC-2A6F10231788}" type="pres">
      <dgm:prSet presAssocID="{4665A4B3-E667-4842-9A0A-25D9FA109CE2}" presName="node" presStyleLbl="node1" presStyleIdx="4" presStyleCnt="12">
        <dgm:presLayoutVars>
          <dgm:bulletEnabled val="1"/>
        </dgm:presLayoutVars>
      </dgm:prSet>
      <dgm:spPr/>
    </dgm:pt>
    <dgm:pt modelId="{D353F346-6C7E-8745-8D52-94B5AE6F9785}" type="pres">
      <dgm:prSet presAssocID="{1B6C0605-BCD5-4C8B-961D-1010AB6E8E6F}" presName="sibTrans" presStyleCnt="0"/>
      <dgm:spPr/>
    </dgm:pt>
    <dgm:pt modelId="{FC001C34-CD09-E844-8BBE-F6F36D0D71A3}" type="pres">
      <dgm:prSet presAssocID="{A858D3B3-8CA0-4629-B3A5-49F1A0A09B09}" presName="node" presStyleLbl="node1" presStyleIdx="5" presStyleCnt="12">
        <dgm:presLayoutVars>
          <dgm:bulletEnabled val="1"/>
        </dgm:presLayoutVars>
      </dgm:prSet>
      <dgm:spPr/>
    </dgm:pt>
    <dgm:pt modelId="{4E226F21-CD44-FD48-B4B5-3795DFF318D0}" type="pres">
      <dgm:prSet presAssocID="{17C2E414-3342-4FE7-B690-C3E803E46A1A}" presName="sibTrans" presStyleCnt="0"/>
      <dgm:spPr/>
    </dgm:pt>
    <dgm:pt modelId="{5199AC07-0227-B14A-8EF4-F54E7827C7CD}" type="pres">
      <dgm:prSet presAssocID="{D6CFBD7C-54E1-44EC-AB8B-1CBD04BAFA74}" presName="node" presStyleLbl="node1" presStyleIdx="6" presStyleCnt="12">
        <dgm:presLayoutVars>
          <dgm:bulletEnabled val="1"/>
        </dgm:presLayoutVars>
      </dgm:prSet>
      <dgm:spPr/>
    </dgm:pt>
    <dgm:pt modelId="{D9D761EB-036A-CB4C-9C78-C1BF94229513}" type="pres">
      <dgm:prSet presAssocID="{57C83BE9-D6CF-47E4-8ED5-975DC37A58DB}" presName="sibTrans" presStyleCnt="0"/>
      <dgm:spPr/>
    </dgm:pt>
    <dgm:pt modelId="{6D6C132B-60FC-AE49-9C9E-1AE0CC3B9798}" type="pres">
      <dgm:prSet presAssocID="{83E0C8EC-AB81-4FF0-97C5-5A38A3AFE35C}" presName="node" presStyleLbl="node1" presStyleIdx="7" presStyleCnt="12">
        <dgm:presLayoutVars>
          <dgm:bulletEnabled val="1"/>
        </dgm:presLayoutVars>
      </dgm:prSet>
      <dgm:spPr/>
    </dgm:pt>
    <dgm:pt modelId="{8D8DC5C0-DE90-3148-A319-D04099E4F118}" type="pres">
      <dgm:prSet presAssocID="{6DF9CB42-0E28-47CA-823D-599D6ABA8729}" presName="sibTrans" presStyleCnt="0"/>
      <dgm:spPr/>
    </dgm:pt>
    <dgm:pt modelId="{4A0226E3-08E3-664E-8927-C1B62D3710AA}" type="pres">
      <dgm:prSet presAssocID="{F528D59D-E153-41D9-912B-04D08A6B731B}" presName="node" presStyleLbl="node1" presStyleIdx="8" presStyleCnt="12">
        <dgm:presLayoutVars>
          <dgm:bulletEnabled val="1"/>
        </dgm:presLayoutVars>
      </dgm:prSet>
      <dgm:spPr/>
    </dgm:pt>
    <dgm:pt modelId="{7950CBC9-EA01-8047-998C-15229B512AA0}" type="pres">
      <dgm:prSet presAssocID="{602C5A54-8F54-41A2-B53F-149128A75A97}" presName="sibTrans" presStyleCnt="0"/>
      <dgm:spPr/>
    </dgm:pt>
    <dgm:pt modelId="{E391B5C6-9882-7A48-918F-38C8332A0CE8}" type="pres">
      <dgm:prSet presAssocID="{D4DF4315-91CF-44A6-A3D7-536D73A4126F}" presName="node" presStyleLbl="node1" presStyleIdx="9" presStyleCnt="12">
        <dgm:presLayoutVars>
          <dgm:bulletEnabled val="1"/>
        </dgm:presLayoutVars>
      </dgm:prSet>
      <dgm:spPr/>
    </dgm:pt>
    <dgm:pt modelId="{6335DD23-A171-CE40-A6F2-76C26BBC2EDE}" type="pres">
      <dgm:prSet presAssocID="{F3733261-50AF-4729-9435-9844D76526CE}" presName="sibTrans" presStyleCnt="0"/>
      <dgm:spPr/>
    </dgm:pt>
    <dgm:pt modelId="{EA623D43-56FF-1F4A-AF1E-A5D5E9450878}" type="pres">
      <dgm:prSet presAssocID="{4E5FE41F-05E3-486D-BE25-43DAF4110E81}" presName="node" presStyleLbl="node1" presStyleIdx="10" presStyleCnt="12">
        <dgm:presLayoutVars>
          <dgm:bulletEnabled val="1"/>
        </dgm:presLayoutVars>
      </dgm:prSet>
      <dgm:spPr/>
    </dgm:pt>
    <dgm:pt modelId="{FC0605CA-D79F-6E4C-8948-7D735D81D23F}" type="pres">
      <dgm:prSet presAssocID="{AAAD5EF8-54C8-42F6-B24A-EE41F8ACCB50}" presName="sibTrans" presStyleCnt="0"/>
      <dgm:spPr/>
    </dgm:pt>
    <dgm:pt modelId="{0E14A5F8-DCD6-B443-81BF-F3EBA7FA8981}" type="pres">
      <dgm:prSet presAssocID="{986690F1-71EF-4AD6-8645-B2975BC009AC}" presName="node" presStyleLbl="node1" presStyleIdx="11" presStyleCnt="12">
        <dgm:presLayoutVars>
          <dgm:bulletEnabled val="1"/>
        </dgm:presLayoutVars>
      </dgm:prSet>
      <dgm:spPr/>
    </dgm:pt>
  </dgm:ptLst>
  <dgm:cxnLst>
    <dgm:cxn modelId="{B72ABE0A-1788-0A4E-9BA9-538D91195E3B}" type="presOf" srcId="{4E5FE41F-05E3-486D-BE25-43DAF4110E81}" destId="{EA623D43-56FF-1F4A-AF1E-A5D5E9450878}" srcOrd="0" destOrd="0" presId="urn:microsoft.com/office/officeart/2005/8/layout/default"/>
    <dgm:cxn modelId="{196FBE21-67EA-47F7-A68F-B59B46B89C70}" srcId="{59EE9E09-6323-46BA-90B3-F0057402D234}" destId="{D8FD63F8-E892-44A6-8E81-6A4EDA0E26E7}" srcOrd="2" destOrd="0" parTransId="{1D40B2E4-7506-46C9-99AE-FC668810B723}" sibTransId="{D434CB89-F89C-4BA6-A9DB-3C979247D0E5}"/>
    <dgm:cxn modelId="{328AE540-BE7B-4035-912E-FB05D3C6C73E}" srcId="{59EE9E09-6323-46BA-90B3-F0057402D234}" destId="{84984AD6-B006-4211-BA3D-D2149D85ED90}" srcOrd="1" destOrd="0" parTransId="{91D165B9-D551-438B-8F53-6CAD472FD728}" sibTransId="{73A3BEA9-50C7-45FC-8643-CBC9C3F64CA7}"/>
    <dgm:cxn modelId="{02A1DC41-CB2D-524B-8359-D7F6A65925C7}" type="presOf" srcId="{83E0C8EC-AB81-4FF0-97C5-5A38A3AFE35C}" destId="{6D6C132B-60FC-AE49-9C9E-1AE0CC3B9798}" srcOrd="0" destOrd="0" presId="urn:microsoft.com/office/officeart/2005/8/layout/default"/>
    <dgm:cxn modelId="{5E51EC46-937C-884A-A9CD-62791CEDC178}" type="presOf" srcId="{F528D59D-E153-41D9-912B-04D08A6B731B}" destId="{4A0226E3-08E3-664E-8927-C1B62D3710AA}" srcOrd="0" destOrd="0" presId="urn:microsoft.com/office/officeart/2005/8/layout/default"/>
    <dgm:cxn modelId="{B3419F58-F684-45BD-B83F-5E245DE9BD84}" srcId="{59EE9E09-6323-46BA-90B3-F0057402D234}" destId="{F528D59D-E153-41D9-912B-04D08A6B731B}" srcOrd="8" destOrd="0" parTransId="{C93F0400-714A-48E4-916B-C495782B303F}" sibTransId="{602C5A54-8F54-41A2-B53F-149128A75A97}"/>
    <dgm:cxn modelId="{DC35C369-B031-429D-A2EE-015B45B31A7E}" srcId="{59EE9E09-6323-46BA-90B3-F0057402D234}" destId="{4665A4B3-E667-4842-9A0A-25D9FA109CE2}" srcOrd="4" destOrd="0" parTransId="{E9F20DE9-E199-451C-BF53-5DB8E752DAA6}" sibTransId="{1B6C0605-BCD5-4C8B-961D-1010AB6E8E6F}"/>
    <dgm:cxn modelId="{A349BB7B-B765-264D-AB6A-180BD64353DC}" type="presOf" srcId="{D4DF4315-91CF-44A6-A3D7-536D73A4126F}" destId="{E391B5C6-9882-7A48-918F-38C8332A0CE8}" srcOrd="0" destOrd="0" presId="urn:microsoft.com/office/officeart/2005/8/layout/default"/>
    <dgm:cxn modelId="{823B8882-7627-4225-BAC3-7082828A003F}" srcId="{59EE9E09-6323-46BA-90B3-F0057402D234}" destId="{8DD592DC-AF96-4477-914C-6BA072475279}" srcOrd="3" destOrd="0" parTransId="{0505E2C7-15EB-4E4E-A8B3-EF95CC8747B8}" sibTransId="{73EADF9A-7465-45CA-AD04-75B9437ECDEB}"/>
    <dgm:cxn modelId="{42F6338C-7E1A-0347-86BD-BB93B35859FD}" type="presOf" srcId="{A858D3B3-8CA0-4629-B3A5-49F1A0A09B09}" destId="{FC001C34-CD09-E844-8BBE-F6F36D0D71A3}" srcOrd="0" destOrd="0" presId="urn:microsoft.com/office/officeart/2005/8/layout/default"/>
    <dgm:cxn modelId="{8421EF8C-FBFB-0649-B400-596160E99480}" type="presOf" srcId="{19179997-6664-456A-BA9B-75B44C98FE69}" destId="{9E4D5534-F0CB-A64C-B603-F1EB585A2A3F}" srcOrd="0" destOrd="0" presId="urn:microsoft.com/office/officeart/2005/8/layout/default"/>
    <dgm:cxn modelId="{A4B40F95-4A69-4CB4-81D0-90B91880FD1D}" srcId="{59EE9E09-6323-46BA-90B3-F0057402D234}" destId="{A858D3B3-8CA0-4629-B3A5-49F1A0A09B09}" srcOrd="5" destOrd="0" parTransId="{436578CD-3559-4B2B-87AF-FD4D4DFC25E3}" sibTransId="{17C2E414-3342-4FE7-B690-C3E803E46A1A}"/>
    <dgm:cxn modelId="{FD7598A0-22B1-014A-80C7-C9386093DA12}" type="presOf" srcId="{D6CFBD7C-54E1-44EC-AB8B-1CBD04BAFA74}" destId="{5199AC07-0227-B14A-8EF4-F54E7827C7CD}" srcOrd="0" destOrd="0" presId="urn:microsoft.com/office/officeart/2005/8/layout/default"/>
    <dgm:cxn modelId="{7DAC73A1-7744-414E-BEDC-F0DB083352C4}" type="presOf" srcId="{8DD592DC-AF96-4477-914C-6BA072475279}" destId="{885D84DB-CE52-084D-8D67-5D736ACD259A}" srcOrd="0" destOrd="0" presId="urn:microsoft.com/office/officeart/2005/8/layout/default"/>
    <dgm:cxn modelId="{59361BA2-83DF-4C92-9DCE-AA6A512C861F}" srcId="{59EE9E09-6323-46BA-90B3-F0057402D234}" destId="{4E5FE41F-05E3-486D-BE25-43DAF4110E81}" srcOrd="10" destOrd="0" parTransId="{E0C916C8-EACF-43BB-96F3-E0A50282E3E1}" sibTransId="{AAAD5EF8-54C8-42F6-B24A-EE41F8ACCB50}"/>
    <dgm:cxn modelId="{645EB1A3-D26E-4B11-8224-36CB15B26917}" srcId="{59EE9E09-6323-46BA-90B3-F0057402D234}" destId="{986690F1-71EF-4AD6-8645-B2975BC009AC}" srcOrd="11" destOrd="0" parTransId="{FDA0070D-48AC-4CAF-BE57-DCCE5E70E428}" sibTransId="{CA829520-17DA-40E5-B107-8634D204CD55}"/>
    <dgm:cxn modelId="{F4B20AA6-CCEC-A948-97B3-6E321A07CE47}" type="presOf" srcId="{84984AD6-B006-4211-BA3D-D2149D85ED90}" destId="{ADA1BFA3-6AD0-9044-86B3-A8C115BBBFB3}" srcOrd="0" destOrd="0" presId="urn:microsoft.com/office/officeart/2005/8/layout/default"/>
    <dgm:cxn modelId="{5E1101CA-87BD-3A48-A6E6-9E457C830898}" type="presOf" srcId="{986690F1-71EF-4AD6-8645-B2975BC009AC}" destId="{0E14A5F8-DCD6-B443-81BF-F3EBA7FA8981}" srcOrd="0" destOrd="0" presId="urn:microsoft.com/office/officeart/2005/8/layout/default"/>
    <dgm:cxn modelId="{1FF35ECA-27FB-4C57-9D13-B2DD2940C0A4}" srcId="{59EE9E09-6323-46BA-90B3-F0057402D234}" destId="{19179997-6664-456A-BA9B-75B44C98FE69}" srcOrd="0" destOrd="0" parTransId="{B7D9C7A7-80FD-40A3-A84E-8B83D2E8D019}" sibTransId="{D5D5B3DD-60C1-4B6B-A7AC-95ED56FFC522}"/>
    <dgm:cxn modelId="{641D2DD1-8613-4EBA-A37A-CA54FEA1413F}" srcId="{59EE9E09-6323-46BA-90B3-F0057402D234}" destId="{83E0C8EC-AB81-4FF0-97C5-5A38A3AFE35C}" srcOrd="7" destOrd="0" parTransId="{90658C7D-7AC6-4440-8C35-AFAA539CE761}" sibTransId="{6DF9CB42-0E28-47CA-823D-599D6ABA8729}"/>
    <dgm:cxn modelId="{E0DE59D4-8266-4177-877E-4177B3A4C540}" srcId="{59EE9E09-6323-46BA-90B3-F0057402D234}" destId="{D6CFBD7C-54E1-44EC-AB8B-1CBD04BAFA74}" srcOrd="6" destOrd="0" parTransId="{83AADB2A-3481-4B8C-B8F8-F34C1C7542B7}" sibTransId="{57C83BE9-D6CF-47E4-8ED5-975DC37A58DB}"/>
    <dgm:cxn modelId="{AA5788E1-2581-E846-A284-8AF2BBE64069}" type="presOf" srcId="{59EE9E09-6323-46BA-90B3-F0057402D234}" destId="{78DEF9B1-7EF4-A24E-8D60-B0F6FAEA7CA0}" srcOrd="0" destOrd="0" presId="urn:microsoft.com/office/officeart/2005/8/layout/default"/>
    <dgm:cxn modelId="{66BF65EB-C426-457A-B1D7-E951D135B29D}" srcId="{59EE9E09-6323-46BA-90B3-F0057402D234}" destId="{D4DF4315-91CF-44A6-A3D7-536D73A4126F}" srcOrd="9" destOrd="0" parTransId="{AF68912B-11C3-4C0E-9200-8FF505740559}" sibTransId="{F3733261-50AF-4729-9435-9844D76526CE}"/>
    <dgm:cxn modelId="{1E269FF3-81F9-E442-801E-3FD0EB40B39F}" type="presOf" srcId="{4665A4B3-E667-4842-9A0A-25D9FA109CE2}" destId="{BF15318A-CA78-CB47-95AC-2A6F10231788}" srcOrd="0" destOrd="0" presId="urn:microsoft.com/office/officeart/2005/8/layout/default"/>
    <dgm:cxn modelId="{6BB3C4FC-3E62-DA4F-8CBE-F4F07BF1D86C}" type="presOf" srcId="{D8FD63F8-E892-44A6-8E81-6A4EDA0E26E7}" destId="{41731580-99BF-E340-93DF-3EC0F8AB0BF3}" srcOrd="0" destOrd="0" presId="urn:microsoft.com/office/officeart/2005/8/layout/default"/>
    <dgm:cxn modelId="{7E33A374-0F2D-4E4E-B604-1E5D8F05EDFF}" type="presParOf" srcId="{78DEF9B1-7EF4-A24E-8D60-B0F6FAEA7CA0}" destId="{9E4D5534-F0CB-A64C-B603-F1EB585A2A3F}" srcOrd="0" destOrd="0" presId="urn:microsoft.com/office/officeart/2005/8/layout/default"/>
    <dgm:cxn modelId="{CEB33A27-D478-EE46-8781-3B15504E9B98}" type="presParOf" srcId="{78DEF9B1-7EF4-A24E-8D60-B0F6FAEA7CA0}" destId="{01BFFA12-1092-554B-87B4-D9E990A8F5B0}" srcOrd="1" destOrd="0" presId="urn:microsoft.com/office/officeart/2005/8/layout/default"/>
    <dgm:cxn modelId="{825008D4-965D-154D-9E23-618C1097EC85}" type="presParOf" srcId="{78DEF9B1-7EF4-A24E-8D60-B0F6FAEA7CA0}" destId="{ADA1BFA3-6AD0-9044-86B3-A8C115BBBFB3}" srcOrd="2" destOrd="0" presId="urn:microsoft.com/office/officeart/2005/8/layout/default"/>
    <dgm:cxn modelId="{BED0EDBE-15A6-2347-A210-B5925C2A558B}" type="presParOf" srcId="{78DEF9B1-7EF4-A24E-8D60-B0F6FAEA7CA0}" destId="{AFAE625B-5F69-2B45-B9DB-DE2A23289AFD}" srcOrd="3" destOrd="0" presId="urn:microsoft.com/office/officeart/2005/8/layout/default"/>
    <dgm:cxn modelId="{3E875A2A-2773-434D-AD6F-D2BAA5273126}" type="presParOf" srcId="{78DEF9B1-7EF4-A24E-8D60-B0F6FAEA7CA0}" destId="{41731580-99BF-E340-93DF-3EC0F8AB0BF3}" srcOrd="4" destOrd="0" presId="urn:microsoft.com/office/officeart/2005/8/layout/default"/>
    <dgm:cxn modelId="{FA3B5FDB-A5CC-D24F-86DC-BEBCC6E3984D}" type="presParOf" srcId="{78DEF9B1-7EF4-A24E-8D60-B0F6FAEA7CA0}" destId="{FA160DC9-E15C-E646-A99B-8FACC62139A5}" srcOrd="5" destOrd="0" presId="urn:microsoft.com/office/officeart/2005/8/layout/default"/>
    <dgm:cxn modelId="{2EE57EBF-016F-5E40-A861-31C6ED9C743C}" type="presParOf" srcId="{78DEF9B1-7EF4-A24E-8D60-B0F6FAEA7CA0}" destId="{885D84DB-CE52-084D-8D67-5D736ACD259A}" srcOrd="6" destOrd="0" presId="urn:microsoft.com/office/officeart/2005/8/layout/default"/>
    <dgm:cxn modelId="{5318DCD0-9D27-1149-86DD-F0C6D7C96393}" type="presParOf" srcId="{78DEF9B1-7EF4-A24E-8D60-B0F6FAEA7CA0}" destId="{764B5279-20BF-0A48-8722-529112EA1380}" srcOrd="7" destOrd="0" presId="urn:microsoft.com/office/officeart/2005/8/layout/default"/>
    <dgm:cxn modelId="{F03C4C5A-4EDE-6B4C-99A6-6BCB1F3B56CC}" type="presParOf" srcId="{78DEF9B1-7EF4-A24E-8D60-B0F6FAEA7CA0}" destId="{BF15318A-CA78-CB47-95AC-2A6F10231788}" srcOrd="8" destOrd="0" presId="urn:microsoft.com/office/officeart/2005/8/layout/default"/>
    <dgm:cxn modelId="{1369E42F-57AF-8446-9D06-6386FA849ED1}" type="presParOf" srcId="{78DEF9B1-7EF4-A24E-8D60-B0F6FAEA7CA0}" destId="{D353F346-6C7E-8745-8D52-94B5AE6F9785}" srcOrd="9" destOrd="0" presId="urn:microsoft.com/office/officeart/2005/8/layout/default"/>
    <dgm:cxn modelId="{7E0267EF-60DA-014B-8860-803DE3F6F24E}" type="presParOf" srcId="{78DEF9B1-7EF4-A24E-8D60-B0F6FAEA7CA0}" destId="{FC001C34-CD09-E844-8BBE-F6F36D0D71A3}" srcOrd="10" destOrd="0" presId="urn:microsoft.com/office/officeart/2005/8/layout/default"/>
    <dgm:cxn modelId="{4514409A-F388-7045-BB36-5EEF6DB2AA18}" type="presParOf" srcId="{78DEF9B1-7EF4-A24E-8D60-B0F6FAEA7CA0}" destId="{4E226F21-CD44-FD48-B4B5-3795DFF318D0}" srcOrd="11" destOrd="0" presId="urn:microsoft.com/office/officeart/2005/8/layout/default"/>
    <dgm:cxn modelId="{9556095E-A522-A44C-8FF4-71C4AA0BA315}" type="presParOf" srcId="{78DEF9B1-7EF4-A24E-8D60-B0F6FAEA7CA0}" destId="{5199AC07-0227-B14A-8EF4-F54E7827C7CD}" srcOrd="12" destOrd="0" presId="urn:microsoft.com/office/officeart/2005/8/layout/default"/>
    <dgm:cxn modelId="{4F3E588C-25B1-6A43-ABDA-3ECC2DCEFD2D}" type="presParOf" srcId="{78DEF9B1-7EF4-A24E-8D60-B0F6FAEA7CA0}" destId="{D9D761EB-036A-CB4C-9C78-C1BF94229513}" srcOrd="13" destOrd="0" presId="urn:microsoft.com/office/officeart/2005/8/layout/default"/>
    <dgm:cxn modelId="{C166A2B4-44AB-014C-BACE-5659339919EE}" type="presParOf" srcId="{78DEF9B1-7EF4-A24E-8D60-B0F6FAEA7CA0}" destId="{6D6C132B-60FC-AE49-9C9E-1AE0CC3B9798}" srcOrd="14" destOrd="0" presId="urn:microsoft.com/office/officeart/2005/8/layout/default"/>
    <dgm:cxn modelId="{288B9721-DBFF-AD4B-BE57-40A1CBD198DB}" type="presParOf" srcId="{78DEF9B1-7EF4-A24E-8D60-B0F6FAEA7CA0}" destId="{8D8DC5C0-DE90-3148-A319-D04099E4F118}" srcOrd="15" destOrd="0" presId="urn:microsoft.com/office/officeart/2005/8/layout/default"/>
    <dgm:cxn modelId="{98DA4660-56AE-8441-AB02-A10CDC722E6D}" type="presParOf" srcId="{78DEF9B1-7EF4-A24E-8D60-B0F6FAEA7CA0}" destId="{4A0226E3-08E3-664E-8927-C1B62D3710AA}" srcOrd="16" destOrd="0" presId="urn:microsoft.com/office/officeart/2005/8/layout/default"/>
    <dgm:cxn modelId="{5F9952F4-4F90-DE4C-B1A8-94D6F25C0C99}" type="presParOf" srcId="{78DEF9B1-7EF4-A24E-8D60-B0F6FAEA7CA0}" destId="{7950CBC9-EA01-8047-998C-15229B512AA0}" srcOrd="17" destOrd="0" presId="urn:microsoft.com/office/officeart/2005/8/layout/default"/>
    <dgm:cxn modelId="{3602F4E3-C770-5942-8B12-BF5A042247E5}" type="presParOf" srcId="{78DEF9B1-7EF4-A24E-8D60-B0F6FAEA7CA0}" destId="{E391B5C6-9882-7A48-918F-38C8332A0CE8}" srcOrd="18" destOrd="0" presId="urn:microsoft.com/office/officeart/2005/8/layout/default"/>
    <dgm:cxn modelId="{59E03983-1E1B-F642-90B3-759866715797}" type="presParOf" srcId="{78DEF9B1-7EF4-A24E-8D60-B0F6FAEA7CA0}" destId="{6335DD23-A171-CE40-A6F2-76C26BBC2EDE}" srcOrd="19" destOrd="0" presId="urn:microsoft.com/office/officeart/2005/8/layout/default"/>
    <dgm:cxn modelId="{4AA370F1-6653-0E40-AE12-3EFD32C01E1D}" type="presParOf" srcId="{78DEF9B1-7EF4-A24E-8D60-B0F6FAEA7CA0}" destId="{EA623D43-56FF-1F4A-AF1E-A5D5E9450878}" srcOrd="20" destOrd="0" presId="urn:microsoft.com/office/officeart/2005/8/layout/default"/>
    <dgm:cxn modelId="{0FC869AE-E753-374D-9BEF-352711394C5C}" type="presParOf" srcId="{78DEF9B1-7EF4-A24E-8D60-B0F6FAEA7CA0}" destId="{FC0605CA-D79F-6E4C-8948-7D735D81D23F}" srcOrd="21" destOrd="0" presId="urn:microsoft.com/office/officeart/2005/8/layout/default"/>
    <dgm:cxn modelId="{20FEB931-82C4-DD4F-B7D6-C06AC5D49CD0}" type="presParOf" srcId="{78DEF9B1-7EF4-A24E-8D60-B0F6FAEA7CA0}" destId="{0E14A5F8-DCD6-B443-81BF-F3EBA7FA8981}" srcOrd="2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900726-4560-4A5B-B08A-2BF9D8D37542}" type="doc">
      <dgm:prSet loTypeId="urn:microsoft.com/office/officeart/2008/layout/LinedList" loCatId="list" qsTypeId="urn:microsoft.com/office/officeart/2005/8/quickstyle/simple5" qsCatId="simple" csTypeId="urn:microsoft.com/office/officeart/2005/8/colors/colorful2" csCatId="colorful" phldr="1"/>
      <dgm:spPr/>
      <dgm:t>
        <a:bodyPr/>
        <a:lstStyle/>
        <a:p>
          <a:endParaRPr lang="en-US"/>
        </a:p>
      </dgm:t>
    </dgm:pt>
    <dgm:pt modelId="{5B563550-B575-478B-8F5B-578CC31A2AA5}">
      <dgm:prSet/>
      <dgm:spPr/>
      <dgm:t>
        <a:bodyPr/>
        <a:lstStyle/>
        <a:p>
          <a:r>
            <a:rPr lang="en-US" b="0" i="0"/>
            <a:t>Completed:</a:t>
          </a:r>
          <a:endParaRPr lang="en-US"/>
        </a:p>
      </dgm:t>
    </dgm:pt>
    <dgm:pt modelId="{3F3135D1-BBC7-416A-8455-9BF8B75866AC}" type="parTrans" cxnId="{48E4DFED-6D59-49DA-98CA-66B8A47ECAD1}">
      <dgm:prSet/>
      <dgm:spPr/>
      <dgm:t>
        <a:bodyPr/>
        <a:lstStyle/>
        <a:p>
          <a:endParaRPr lang="en-US"/>
        </a:p>
      </dgm:t>
    </dgm:pt>
    <dgm:pt modelId="{744C64FB-E934-4C3F-A67F-665C40D55AF0}" type="sibTrans" cxnId="{48E4DFED-6D59-49DA-98CA-66B8A47ECAD1}">
      <dgm:prSet/>
      <dgm:spPr/>
      <dgm:t>
        <a:bodyPr/>
        <a:lstStyle/>
        <a:p>
          <a:endParaRPr lang="en-US"/>
        </a:p>
      </dgm:t>
    </dgm:pt>
    <dgm:pt modelId="{CA1347A0-C9AF-4399-BCF6-AF2A20A147F6}">
      <dgm:prSet/>
      <dgm:spPr/>
      <dgm:t>
        <a:bodyPr/>
        <a:lstStyle/>
        <a:p>
          <a:r>
            <a:rPr lang="en-US" b="0" i="0"/>
            <a:t>Planning &amp; Proposal phase (9/22 - 10/17/2025) ✓</a:t>
          </a:r>
          <a:endParaRPr lang="en-US"/>
        </a:p>
      </dgm:t>
    </dgm:pt>
    <dgm:pt modelId="{9E9992EC-C672-4368-8A76-4FFD0DE97E05}" type="parTrans" cxnId="{7E3583E0-5449-4FB8-9E9E-9F25D1051F6C}">
      <dgm:prSet/>
      <dgm:spPr/>
      <dgm:t>
        <a:bodyPr/>
        <a:lstStyle/>
        <a:p>
          <a:endParaRPr lang="en-US"/>
        </a:p>
      </dgm:t>
    </dgm:pt>
    <dgm:pt modelId="{99CAF875-EC7D-4B6B-BD5E-AE408C5EA9C6}" type="sibTrans" cxnId="{7E3583E0-5449-4FB8-9E9E-9F25D1051F6C}">
      <dgm:prSet/>
      <dgm:spPr/>
      <dgm:t>
        <a:bodyPr/>
        <a:lstStyle/>
        <a:p>
          <a:endParaRPr lang="en-US"/>
        </a:p>
      </dgm:t>
    </dgm:pt>
    <dgm:pt modelId="{D9B8D7DF-7013-448F-98B2-E2BB2AF6DCB4}">
      <dgm:prSet/>
      <dgm:spPr/>
      <dgm:t>
        <a:bodyPr/>
        <a:lstStyle/>
        <a:p>
          <a:r>
            <a:rPr lang="en-US" b="0" i="0"/>
            <a:t>Conceptual design for optics train and filter wheel ✓</a:t>
          </a:r>
          <a:endParaRPr lang="en-US"/>
        </a:p>
      </dgm:t>
    </dgm:pt>
    <dgm:pt modelId="{97FCA471-5A5B-404E-946A-BA1B690BEC40}" type="parTrans" cxnId="{76692CCA-3959-471C-BEEA-119D0999CCDC}">
      <dgm:prSet/>
      <dgm:spPr/>
      <dgm:t>
        <a:bodyPr/>
        <a:lstStyle/>
        <a:p>
          <a:endParaRPr lang="en-US"/>
        </a:p>
      </dgm:t>
    </dgm:pt>
    <dgm:pt modelId="{3F9E096F-BD19-4BC2-AA06-E67AFF0CA535}" type="sibTrans" cxnId="{76692CCA-3959-471C-BEEA-119D0999CCDC}">
      <dgm:prSet/>
      <dgm:spPr/>
      <dgm:t>
        <a:bodyPr/>
        <a:lstStyle/>
        <a:p>
          <a:endParaRPr lang="en-US"/>
        </a:p>
      </dgm:t>
    </dgm:pt>
    <dgm:pt modelId="{BBE1C0B1-C3E3-4324-8EB1-F2F7B9A7F196}">
      <dgm:prSet/>
      <dgm:spPr/>
      <dgm:t>
        <a:bodyPr/>
        <a:lstStyle/>
        <a:p>
          <a:r>
            <a:rPr lang="en-US" b="0" i="0"/>
            <a:t>Early CAD designs for structure and filter wheel ✓</a:t>
          </a:r>
          <a:endParaRPr lang="en-US"/>
        </a:p>
      </dgm:t>
    </dgm:pt>
    <dgm:pt modelId="{33A32B1E-F444-43F6-AFFD-38E9F14497CA}" type="parTrans" cxnId="{B3864A11-086A-4674-9708-8440D0CC3C99}">
      <dgm:prSet/>
      <dgm:spPr/>
      <dgm:t>
        <a:bodyPr/>
        <a:lstStyle/>
        <a:p>
          <a:endParaRPr lang="en-US"/>
        </a:p>
      </dgm:t>
    </dgm:pt>
    <dgm:pt modelId="{ED09C7AD-1A42-4B32-BDD8-CE0A2CFD6589}" type="sibTrans" cxnId="{B3864A11-086A-4674-9708-8440D0CC3C99}">
      <dgm:prSet/>
      <dgm:spPr/>
      <dgm:t>
        <a:bodyPr/>
        <a:lstStyle/>
        <a:p>
          <a:endParaRPr lang="en-US"/>
        </a:p>
      </dgm:t>
    </dgm:pt>
    <dgm:pt modelId="{D82D92A2-B2DE-4A57-862A-87A77285A701}">
      <dgm:prSet/>
      <dgm:spPr/>
      <dgm:t>
        <a:bodyPr/>
        <a:lstStyle/>
        <a:p>
          <a:r>
            <a:rPr lang="en-US" b="0" i="0"/>
            <a:t>Current Phase:</a:t>
          </a:r>
          <a:endParaRPr lang="en-US"/>
        </a:p>
      </dgm:t>
    </dgm:pt>
    <dgm:pt modelId="{A6E0DC69-A2E1-45B4-BF57-536DC3A9C820}" type="parTrans" cxnId="{C5A583E7-4875-47C0-8FE5-64A14045BB08}">
      <dgm:prSet/>
      <dgm:spPr/>
      <dgm:t>
        <a:bodyPr/>
        <a:lstStyle/>
        <a:p>
          <a:endParaRPr lang="en-US"/>
        </a:p>
      </dgm:t>
    </dgm:pt>
    <dgm:pt modelId="{9B10C5CB-A62E-4FE3-B4F9-FA4914532365}" type="sibTrans" cxnId="{C5A583E7-4875-47C0-8FE5-64A14045BB08}">
      <dgm:prSet/>
      <dgm:spPr/>
      <dgm:t>
        <a:bodyPr/>
        <a:lstStyle/>
        <a:p>
          <a:endParaRPr lang="en-US"/>
        </a:p>
      </dgm:t>
    </dgm:pt>
    <dgm:pt modelId="{3A9ED59F-5C8C-4105-9FE6-FA92C65D93ED}">
      <dgm:prSet/>
      <dgm:spPr/>
      <dgm:t>
        <a:bodyPr/>
        <a:lstStyle/>
        <a:p>
          <a:r>
            <a:rPr lang="en-US" b="0" i="0"/>
            <a:t>Design phase (10/18 - 12/19/2025)</a:t>
          </a:r>
          <a:endParaRPr lang="en-US"/>
        </a:p>
      </dgm:t>
    </dgm:pt>
    <dgm:pt modelId="{6C0FCEE8-FCE1-4D99-8514-9DF2974DB2B5}" type="parTrans" cxnId="{89DF1A5C-CF5F-426C-9CD1-FBF4F2F81C08}">
      <dgm:prSet/>
      <dgm:spPr/>
      <dgm:t>
        <a:bodyPr/>
        <a:lstStyle/>
        <a:p>
          <a:endParaRPr lang="en-US"/>
        </a:p>
      </dgm:t>
    </dgm:pt>
    <dgm:pt modelId="{8BF83CAE-2B6C-4695-ACAF-1D7DCD5EBF32}" type="sibTrans" cxnId="{89DF1A5C-CF5F-426C-9CD1-FBF4F2F81C08}">
      <dgm:prSet/>
      <dgm:spPr/>
      <dgm:t>
        <a:bodyPr/>
        <a:lstStyle/>
        <a:p>
          <a:endParaRPr lang="en-US"/>
        </a:p>
      </dgm:t>
    </dgm:pt>
    <dgm:pt modelId="{927BD193-A478-4DAF-893A-F94C121D1B6F}">
      <dgm:prSet/>
      <dgm:spPr/>
      <dgm:t>
        <a:bodyPr/>
        <a:lstStyle/>
        <a:p>
          <a:r>
            <a:rPr lang="en-US" b="0" i="0"/>
            <a:t>Refining filter wheel design</a:t>
          </a:r>
          <a:endParaRPr lang="en-US"/>
        </a:p>
      </dgm:t>
    </dgm:pt>
    <dgm:pt modelId="{07FFCE39-1DBE-439B-9DA1-600BCF743352}" type="parTrans" cxnId="{C2881F52-01C2-48C7-BD1C-7543EF3A63B5}">
      <dgm:prSet/>
      <dgm:spPr/>
      <dgm:t>
        <a:bodyPr/>
        <a:lstStyle/>
        <a:p>
          <a:endParaRPr lang="en-US"/>
        </a:p>
      </dgm:t>
    </dgm:pt>
    <dgm:pt modelId="{351A7E8B-CB61-4640-B657-2B34AB106DAC}" type="sibTrans" cxnId="{C2881F52-01C2-48C7-BD1C-7543EF3A63B5}">
      <dgm:prSet/>
      <dgm:spPr/>
      <dgm:t>
        <a:bodyPr/>
        <a:lstStyle/>
        <a:p>
          <a:endParaRPr lang="en-US"/>
        </a:p>
      </dgm:t>
    </dgm:pt>
    <dgm:pt modelId="{4ACF6E07-FA25-46EF-9941-B1AA08D470DC}">
      <dgm:prSet/>
      <dgm:spPr/>
      <dgm:t>
        <a:bodyPr/>
        <a:lstStyle/>
        <a:p>
          <a:r>
            <a:rPr lang="en-US" b="0" i="0"/>
            <a:t>Developing internal and external structure models</a:t>
          </a:r>
          <a:endParaRPr lang="en-US"/>
        </a:p>
      </dgm:t>
    </dgm:pt>
    <dgm:pt modelId="{FD47940C-C5C8-4F1D-A664-348956877690}" type="parTrans" cxnId="{07310C45-BBB9-41B8-94D1-6CBA4F3B2514}">
      <dgm:prSet/>
      <dgm:spPr/>
      <dgm:t>
        <a:bodyPr/>
        <a:lstStyle/>
        <a:p>
          <a:endParaRPr lang="en-US"/>
        </a:p>
      </dgm:t>
    </dgm:pt>
    <dgm:pt modelId="{C60CA161-4D77-409E-BBD4-F73CDDB575A3}" type="sibTrans" cxnId="{07310C45-BBB9-41B8-94D1-6CBA4F3B2514}">
      <dgm:prSet/>
      <dgm:spPr/>
      <dgm:t>
        <a:bodyPr/>
        <a:lstStyle/>
        <a:p>
          <a:endParaRPr lang="en-US"/>
        </a:p>
      </dgm:t>
    </dgm:pt>
    <dgm:pt modelId="{3F4EB4CA-5C37-4997-8AB6-8DC8BF5D87F5}">
      <dgm:prSet/>
      <dgm:spPr/>
      <dgm:t>
        <a:bodyPr/>
        <a:lstStyle/>
        <a:p>
          <a:r>
            <a:rPr lang="en-US" b="0" i="0" dirty="0"/>
            <a:t>Initial software setup (Raspberry Pi OS, Python libraries) </a:t>
          </a:r>
          <a:endParaRPr lang="en-US" dirty="0"/>
        </a:p>
      </dgm:t>
    </dgm:pt>
    <dgm:pt modelId="{4909B2D9-B917-4517-9D98-99F141263D6A}" type="parTrans" cxnId="{A3816B5B-A3A2-4CD1-BE52-526EA8F628E1}">
      <dgm:prSet/>
      <dgm:spPr/>
      <dgm:t>
        <a:bodyPr/>
        <a:lstStyle/>
        <a:p>
          <a:endParaRPr lang="en-US"/>
        </a:p>
      </dgm:t>
    </dgm:pt>
    <dgm:pt modelId="{E626B571-6B21-4412-B500-E2A6F33F8DDB}" type="sibTrans" cxnId="{A3816B5B-A3A2-4CD1-BE52-526EA8F628E1}">
      <dgm:prSet/>
      <dgm:spPr/>
      <dgm:t>
        <a:bodyPr/>
        <a:lstStyle/>
        <a:p>
          <a:endParaRPr lang="en-US"/>
        </a:p>
      </dgm:t>
    </dgm:pt>
    <dgm:pt modelId="{51B8FC79-7EF7-4369-A4DF-290EF885E185}">
      <dgm:prSet/>
      <dgm:spPr/>
      <dgm:t>
        <a:bodyPr/>
        <a:lstStyle/>
        <a:p>
          <a:r>
            <a:rPr lang="en-US" b="0" i="0"/>
            <a:t>Initial hardware setup (Raspberry Pi, camera module, peripherals configured) </a:t>
          </a:r>
          <a:endParaRPr lang="en-US"/>
        </a:p>
      </dgm:t>
    </dgm:pt>
    <dgm:pt modelId="{F4AAD3F3-5628-4755-A49D-0594529F4E4D}" type="parTrans" cxnId="{44B2FB58-2733-41BB-8EB3-C0457B73D77A}">
      <dgm:prSet/>
      <dgm:spPr/>
      <dgm:t>
        <a:bodyPr/>
        <a:lstStyle/>
        <a:p>
          <a:endParaRPr lang="en-US"/>
        </a:p>
      </dgm:t>
    </dgm:pt>
    <dgm:pt modelId="{FD3BD82B-CD1D-4C84-9DC9-56835C522C2D}" type="sibTrans" cxnId="{44B2FB58-2733-41BB-8EB3-C0457B73D77A}">
      <dgm:prSet/>
      <dgm:spPr/>
      <dgm:t>
        <a:bodyPr/>
        <a:lstStyle/>
        <a:p>
          <a:endParaRPr lang="en-US"/>
        </a:p>
      </dgm:t>
    </dgm:pt>
    <dgm:pt modelId="{72D36230-9671-DC42-BF3D-0BECA3CD2A64}" type="pres">
      <dgm:prSet presAssocID="{AF900726-4560-4A5B-B08A-2BF9D8D37542}" presName="vert0" presStyleCnt="0">
        <dgm:presLayoutVars>
          <dgm:dir/>
          <dgm:animOne val="branch"/>
          <dgm:animLvl val="lvl"/>
        </dgm:presLayoutVars>
      </dgm:prSet>
      <dgm:spPr/>
    </dgm:pt>
    <dgm:pt modelId="{0BE03066-620D-E64D-8B38-0A9144692ECC}" type="pres">
      <dgm:prSet presAssocID="{5B563550-B575-478B-8F5B-578CC31A2AA5}" presName="thickLine" presStyleLbl="alignNode1" presStyleIdx="0" presStyleCnt="10"/>
      <dgm:spPr/>
    </dgm:pt>
    <dgm:pt modelId="{FD6A7A17-E626-7B4C-A52A-3A144550112F}" type="pres">
      <dgm:prSet presAssocID="{5B563550-B575-478B-8F5B-578CC31A2AA5}" presName="horz1" presStyleCnt="0"/>
      <dgm:spPr/>
    </dgm:pt>
    <dgm:pt modelId="{A61DF705-0EBD-3540-A1ED-7E133F5D92C6}" type="pres">
      <dgm:prSet presAssocID="{5B563550-B575-478B-8F5B-578CC31A2AA5}" presName="tx1" presStyleLbl="revTx" presStyleIdx="0" presStyleCnt="10"/>
      <dgm:spPr/>
    </dgm:pt>
    <dgm:pt modelId="{9E419F7D-434B-E147-85DC-B4FF699EFF31}" type="pres">
      <dgm:prSet presAssocID="{5B563550-B575-478B-8F5B-578CC31A2AA5}" presName="vert1" presStyleCnt="0"/>
      <dgm:spPr/>
    </dgm:pt>
    <dgm:pt modelId="{E1974EB5-0AD4-0A45-A3DB-EB81C7D457DC}" type="pres">
      <dgm:prSet presAssocID="{CA1347A0-C9AF-4399-BCF6-AF2A20A147F6}" presName="thickLine" presStyleLbl="alignNode1" presStyleIdx="1" presStyleCnt="10"/>
      <dgm:spPr/>
    </dgm:pt>
    <dgm:pt modelId="{87CBB757-B6AF-AA4F-BD7C-95A8E824FA20}" type="pres">
      <dgm:prSet presAssocID="{CA1347A0-C9AF-4399-BCF6-AF2A20A147F6}" presName="horz1" presStyleCnt="0"/>
      <dgm:spPr/>
    </dgm:pt>
    <dgm:pt modelId="{785823E3-A93E-AC41-8966-033EE961B531}" type="pres">
      <dgm:prSet presAssocID="{CA1347A0-C9AF-4399-BCF6-AF2A20A147F6}" presName="tx1" presStyleLbl="revTx" presStyleIdx="1" presStyleCnt="10"/>
      <dgm:spPr/>
    </dgm:pt>
    <dgm:pt modelId="{8B8256B5-7B52-DC48-9A6A-05FF041A3B07}" type="pres">
      <dgm:prSet presAssocID="{CA1347A0-C9AF-4399-BCF6-AF2A20A147F6}" presName="vert1" presStyleCnt="0"/>
      <dgm:spPr/>
    </dgm:pt>
    <dgm:pt modelId="{DF98B9FE-419C-F44F-BED0-5E3681C7D87A}" type="pres">
      <dgm:prSet presAssocID="{D9B8D7DF-7013-448F-98B2-E2BB2AF6DCB4}" presName="thickLine" presStyleLbl="alignNode1" presStyleIdx="2" presStyleCnt="10"/>
      <dgm:spPr/>
    </dgm:pt>
    <dgm:pt modelId="{BB030CB2-1557-074E-B2E1-6E51BACF1C67}" type="pres">
      <dgm:prSet presAssocID="{D9B8D7DF-7013-448F-98B2-E2BB2AF6DCB4}" presName="horz1" presStyleCnt="0"/>
      <dgm:spPr/>
    </dgm:pt>
    <dgm:pt modelId="{47CC81E6-3086-6943-9CFE-632294C411CD}" type="pres">
      <dgm:prSet presAssocID="{D9B8D7DF-7013-448F-98B2-E2BB2AF6DCB4}" presName="tx1" presStyleLbl="revTx" presStyleIdx="2" presStyleCnt="10"/>
      <dgm:spPr/>
    </dgm:pt>
    <dgm:pt modelId="{AA5D832F-388D-7B47-B3D6-314F7DB420D0}" type="pres">
      <dgm:prSet presAssocID="{D9B8D7DF-7013-448F-98B2-E2BB2AF6DCB4}" presName="vert1" presStyleCnt="0"/>
      <dgm:spPr/>
    </dgm:pt>
    <dgm:pt modelId="{F59D5332-285F-A842-BC07-2D0925F21D67}" type="pres">
      <dgm:prSet presAssocID="{BBE1C0B1-C3E3-4324-8EB1-F2F7B9A7F196}" presName="thickLine" presStyleLbl="alignNode1" presStyleIdx="3" presStyleCnt="10"/>
      <dgm:spPr/>
    </dgm:pt>
    <dgm:pt modelId="{6DE6EC93-F601-0349-8D2F-FD9B949FD5D2}" type="pres">
      <dgm:prSet presAssocID="{BBE1C0B1-C3E3-4324-8EB1-F2F7B9A7F196}" presName="horz1" presStyleCnt="0"/>
      <dgm:spPr/>
    </dgm:pt>
    <dgm:pt modelId="{E9AAE2F1-C11D-7E43-992B-E0283C628A4C}" type="pres">
      <dgm:prSet presAssocID="{BBE1C0B1-C3E3-4324-8EB1-F2F7B9A7F196}" presName="tx1" presStyleLbl="revTx" presStyleIdx="3" presStyleCnt="10"/>
      <dgm:spPr/>
    </dgm:pt>
    <dgm:pt modelId="{331C32DF-D992-3546-99A4-AB86E672F190}" type="pres">
      <dgm:prSet presAssocID="{BBE1C0B1-C3E3-4324-8EB1-F2F7B9A7F196}" presName="vert1" presStyleCnt="0"/>
      <dgm:spPr/>
    </dgm:pt>
    <dgm:pt modelId="{859786AA-99B7-2246-AAA3-22F6F1719C23}" type="pres">
      <dgm:prSet presAssocID="{D82D92A2-B2DE-4A57-862A-87A77285A701}" presName="thickLine" presStyleLbl="alignNode1" presStyleIdx="4" presStyleCnt="10"/>
      <dgm:spPr/>
    </dgm:pt>
    <dgm:pt modelId="{0EA65089-73D9-0F45-90C2-969B34D5E058}" type="pres">
      <dgm:prSet presAssocID="{D82D92A2-B2DE-4A57-862A-87A77285A701}" presName="horz1" presStyleCnt="0"/>
      <dgm:spPr/>
    </dgm:pt>
    <dgm:pt modelId="{9FA7B128-8892-2642-AF9B-E96EDBB6810B}" type="pres">
      <dgm:prSet presAssocID="{D82D92A2-B2DE-4A57-862A-87A77285A701}" presName="tx1" presStyleLbl="revTx" presStyleIdx="4" presStyleCnt="10"/>
      <dgm:spPr/>
    </dgm:pt>
    <dgm:pt modelId="{6643A51D-997D-024C-B153-C233450CEBA7}" type="pres">
      <dgm:prSet presAssocID="{D82D92A2-B2DE-4A57-862A-87A77285A701}" presName="vert1" presStyleCnt="0"/>
      <dgm:spPr/>
    </dgm:pt>
    <dgm:pt modelId="{D3F6DFDE-F6E0-DA49-81D9-0D6D52FB7F33}" type="pres">
      <dgm:prSet presAssocID="{3A9ED59F-5C8C-4105-9FE6-FA92C65D93ED}" presName="thickLine" presStyleLbl="alignNode1" presStyleIdx="5" presStyleCnt="10"/>
      <dgm:spPr/>
    </dgm:pt>
    <dgm:pt modelId="{FB154DC9-1855-174C-92FA-D5D7346B510F}" type="pres">
      <dgm:prSet presAssocID="{3A9ED59F-5C8C-4105-9FE6-FA92C65D93ED}" presName="horz1" presStyleCnt="0"/>
      <dgm:spPr/>
    </dgm:pt>
    <dgm:pt modelId="{DD5D89A8-0D40-B744-B8FB-CCB1E315AB04}" type="pres">
      <dgm:prSet presAssocID="{3A9ED59F-5C8C-4105-9FE6-FA92C65D93ED}" presName="tx1" presStyleLbl="revTx" presStyleIdx="5" presStyleCnt="10"/>
      <dgm:spPr/>
    </dgm:pt>
    <dgm:pt modelId="{E7F45BF4-6F9B-3D40-BB13-E86BF4A8F6DF}" type="pres">
      <dgm:prSet presAssocID="{3A9ED59F-5C8C-4105-9FE6-FA92C65D93ED}" presName="vert1" presStyleCnt="0"/>
      <dgm:spPr/>
    </dgm:pt>
    <dgm:pt modelId="{98536C1D-ACBD-674C-A3B6-A685BA7EBEAF}" type="pres">
      <dgm:prSet presAssocID="{927BD193-A478-4DAF-893A-F94C121D1B6F}" presName="thickLine" presStyleLbl="alignNode1" presStyleIdx="6" presStyleCnt="10"/>
      <dgm:spPr/>
    </dgm:pt>
    <dgm:pt modelId="{81D9EA95-A52A-394A-A3E7-C0D86FFDE516}" type="pres">
      <dgm:prSet presAssocID="{927BD193-A478-4DAF-893A-F94C121D1B6F}" presName="horz1" presStyleCnt="0"/>
      <dgm:spPr/>
    </dgm:pt>
    <dgm:pt modelId="{1973845B-6457-A14A-9657-ECDE5187B4E2}" type="pres">
      <dgm:prSet presAssocID="{927BD193-A478-4DAF-893A-F94C121D1B6F}" presName="tx1" presStyleLbl="revTx" presStyleIdx="6" presStyleCnt="10"/>
      <dgm:spPr/>
    </dgm:pt>
    <dgm:pt modelId="{09F0E227-FACF-EE4C-A174-A0EAF23CCAF8}" type="pres">
      <dgm:prSet presAssocID="{927BD193-A478-4DAF-893A-F94C121D1B6F}" presName="vert1" presStyleCnt="0"/>
      <dgm:spPr/>
    </dgm:pt>
    <dgm:pt modelId="{B043616D-D841-ED4B-B288-C16EC22F266F}" type="pres">
      <dgm:prSet presAssocID="{4ACF6E07-FA25-46EF-9941-B1AA08D470DC}" presName="thickLine" presStyleLbl="alignNode1" presStyleIdx="7" presStyleCnt="10"/>
      <dgm:spPr/>
    </dgm:pt>
    <dgm:pt modelId="{969B3D09-E1D3-2D4A-906C-7389864F5C3D}" type="pres">
      <dgm:prSet presAssocID="{4ACF6E07-FA25-46EF-9941-B1AA08D470DC}" presName="horz1" presStyleCnt="0"/>
      <dgm:spPr/>
    </dgm:pt>
    <dgm:pt modelId="{8677D367-8A8E-A448-B189-477C536040F6}" type="pres">
      <dgm:prSet presAssocID="{4ACF6E07-FA25-46EF-9941-B1AA08D470DC}" presName="tx1" presStyleLbl="revTx" presStyleIdx="7" presStyleCnt="10"/>
      <dgm:spPr/>
    </dgm:pt>
    <dgm:pt modelId="{7FFBA006-DB5E-7143-8CE3-8563ED57205E}" type="pres">
      <dgm:prSet presAssocID="{4ACF6E07-FA25-46EF-9941-B1AA08D470DC}" presName="vert1" presStyleCnt="0"/>
      <dgm:spPr/>
    </dgm:pt>
    <dgm:pt modelId="{D68C4436-2CB8-AC43-9806-40836070823E}" type="pres">
      <dgm:prSet presAssocID="{3F4EB4CA-5C37-4997-8AB6-8DC8BF5D87F5}" presName="thickLine" presStyleLbl="alignNode1" presStyleIdx="8" presStyleCnt="10"/>
      <dgm:spPr/>
    </dgm:pt>
    <dgm:pt modelId="{5554FFC4-54B8-1646-88FC-FB902980525E}" type="pres">
      <dgm:prSet presAssocID="{3F4EB4CA-5C37-4997-8AB6-8DC8BF5D87F5}" presName="horz1" presStyleCnt="0"/>
      <dgm:spPr/>
    </dgm:pt>
    <dgm:pt modelId="{F9BD4A94-C8B2-E548-B50B-671E3DCA991D}" type="pres">
      <dgm:prSet presAssocID="{3F4EB4CA-5C37-4997-8AB6-8DC8BF5D87F5}" presName="tx1" presStyleLbl="revTx" presStyleIdx="8" presStyleCnt="10"/>
      <dgm:spPr/>
    </dgm:pt>
    <dgm:pt modelId="{C6DB48D3-2A7C-D041-8A1D-F847C0AC7DCA}" type="pres">
      <dgm:prSet presAssocID="{3F4EB4CA-5C37-4997-8AB6-8DC8BF5D87F5}" presName="vert1" presStyleCnt="0"/>
      <dgm:spPr/>
    </dgm:pt>
    <dgm:pt modelId="{256FA66C-A085-A84C-93B7-05E213AF45B1}" type="pres">
      <dgm:prSet presAssocID="{51B8FC79-7EF7-4369-A4DF-290EF885E185}" presName="thickLine" presStyleLbl="alignNode1" presStyleIdx="9" presStyleCnt="10"/>
      <dgm:spPr/>
    </dgm:pt>
    <dgm:pt modelId="{F4CE7245-7117-C546-9F86-9DC7A1A7F1CA}" type="pres">
      <dgm:prSet presAssocID="{51B8FC79-7EF7-4369-A4DF-290EF885E185}" presName="horz1" presStyleCnt="0"/>
      <dgm:spPr/>
    </dgm:pt>
    <dgm:pt modelId="{0F9B5773-F0F5-3848-A244-B1755A3929E8}" type="pres">
      <dgm:prSet presAssocID="{51B8FC79-7EF7-4369-A4DF-290EF885E185}" presName="tx1" presStyleLbl="revTx" presStyleIdx="9" presStyleCnt="10"/>
      <dgm:spPr/>
    </dgm:pt>
    <dgm:pt modelId="{F6C41EDC-6CCD-5F46-B091-DA301826044F}" type="pres">
      <dgm:prSet presAssocID="{51B8FC79-7EF7-4369-A4DF-290EF885E185}" presName="vert1" presStyleCnt="0"/>
      <dgm:spPr/>
    </dgm:pt>
  </dgm:ptLst>
  <dgm:cxnLst>
    <dgm:cxn modelId="{B3864A11-086A-4674-9708-8440D0CC3C99}" srcId="{AF900726-4560-4A5B-B08A-2BF9D8D37542}" destId="{BBE1C0B1-C3E3-4324-8EB1-F2F7B9A7F196}" srcOrd="3" destOrd="0" parTransId="{33A32B1E-F444-43F6-AFFD-38E9F14497CA}" sibTransId="{ED09C7AD-1A42-4B32-BDD8-CE0A2CFD6589}"/>
    <dgm:cxn modelId="{F2EF8512-3D78-CE49-947D-159CD50E7D40}" type="presOf" srcId="{CA1347A0-C9AF-4399-BCF6-AF2A20A147F6}" destId="{785823E3-A93E-AC41-8966-033EE961B531}" srcOrd="0" destOrd="0" presId="urn:microsoft.com/office/officeart/2008/layout/LinedList"/>
    <dgm:cxn modelId="{FB600D13-127A-B846-BE81-33E6776F5060}" type="presOf" srcId="{BBE1C0B1-C3E3-4324-8EB1-F2F7B9A7F196}" destId="{E9AAE2F1-C11D-7E43-992B-E0283C628A4C}" srcOrd="0" destOrd="0" presId="urn:microsoft.com/office/officeart/2008/layout/LinedList"/>
    <dgm:cxn modelId="{07310C45-BBB9-41B8-94D1-6CBA4F3B2514}" srcId="{AF900726-4560-4A5B-B08A-2BF9D8D37542}" destId="{4ACF6E07-FA25-46EF-9941-B1AA08D470DC}" srcOrd="7" destOrd="0" parTransId="{FD47940C-C5C8-4F1D-A664-348956877690}" sibTransId="{C60CA161-4D77-409E-BBD4-F73CDDB575A3}"/>
    <dgm:cxn modelId="{C2881F52-01C2-48C7-BD1C-7543EF3A63B5}" srcId="{AF900726-4560-4A5B-B08A-2BF9D8D37542}" destId="{927BD193-A478-4DAF-893A-F94C121D1B6F}" srcOrd="6" destOrd="0" parTransId="{07FFCE39-1DBE-439B-9DA1-600BCF743352}" sibTransId="{351A7E8B-CB61-4640-B657-2B34AB106DAC}"/>
    <dgm:cxn modelId="{44B2FB58-2733-41BB-8EB3-C0457B73D77A}" srcId="{AF900726-4560-4A5B-B08A-2BF9D8D37542}" destId="{51B8FC79-7EF7-4369-A4DF-290EF885E185}" srcOrd="9" destOrd="0" parTransId="{F4AAD3F3-5628-4755-A49D-0594529F4E4D}" sibTransId="{FD3BD82B-CD1D-4C84-9DC9-56835C522C2D}"/>
    <dgm:cxn modelId="{A3816B5B-A3A2-4CD1-BE52-526EA8F628E1}" srcId="{AF900726-4560-4A5B-B08A-2BF9D8D37542}" destId="{3F4EB4CA-5C37-4997-8AB6-8DC8BF5D87F5}" srcOrd="8" destOrd="0" parTransId="{4909B2D9-B917-4517-9D98-99F141263D6A}" sibTransId="{E626B571-6B21-4412-B500-E2A6F33F8DDB}"/>
    <dgm:cxn modelId="{89DF1A5C-CF5F-426C-9CD1-FBF4F2F81C08}" srcId="{AF900726-4560-4A5B-B08A-2BF9D8D37542}" destId="{3A9ED59F-5C8C-4105-9FE6-FA92C65D93ED}" srcOrd="5" destOrd="0" parTransId="{6C0FCEE8-FCE1-4D99-8514-9DF2974DB2B5}" sibTransId="{8BF83CAE-2B6C-4695-ACAF-1D7DCD5EBF32}"/>
    <dgm:cxn modelId="{8B968965-5061-8742-B4E0-264799964FDF}" type="presOf" srcId="{3F4EB4CA-5C37-4997-8AB6-8DC8BF5D87F5}" destId="{F9BD4A94-C8B2-E548-B50B-671E3DCA991D}" srcOrd="0" destOrd="0" presId="urn:microsoft.com/office/officeart/2008/layout/LinedList"/>
    <dgm:cxn modelId="{57B3CD79-7152-AF4A-80CB-E5B5E18FB7A7}" type="presOf" srcId="{4ACF6E07-FA25-46EF-9941-B1AA08D470DC}" destId="{8677D367-8A8E-A448-B189-477C536040F6}" srcOrd="0" destOrd="0" presId="urn:microsoft.com/office/officeart/2008/layout/LinedList"/>
    <dgm:cxn modelId="{93CFDA8A-B39D-3C4D-9E97-523CCE636762}" type="presOf" srcId="{D82D92A2-B2DE-4A57-862A-87A77285A701}" destId="{9FA7B128-8892-2642-AF9B-E96EDBB6810B}" srcOrd="0" destOrd="0" presId="urn:microsoft.com/office/officeart/2008/layout/LinedList"/>
    <dgm:cxn modelId="{F2FAA48E-2DC3-BB47-BE92-1B883252923E}" type="presOf" srcId="{AF900726-4560-4A5B-B08A-2BF9D8D37542}" destId="{72D36230-9671-DC42-BF3D-0BECA3CD2A64}" srcOrd="0" destOrd="0" presId="urn:microsoft.com/office/officeart/2008/layout/LinedList"/>
    <dgm:cxn modelId="{085D7692-8D16-2644-8C82-1DDE3621FB9D}" type="presOf" srcId="{51B8FC79-7EF7-4369-A4DF-290EF885E185}" destId="{0F9B5773-F0F5-3848-A244-B1755A3929E8}" srcOrd="0" destOrd="0" presId="urn:microsoft.com/office/officeart/2008/layout/LinedList"/>
    <dgm:cxn modelId="{9929FB94-2B84-6A4D-87ED-23508268FB36}" type="presOf" srcId="{3A9ED59F-5C8C-4105-9FE6-FA92C65D93ED}" destId="{DD5D89A8-0D40-B744-B8FB-CCB1E315AB04}" srcOrd="0" destOrd="0" presId="urn:microsoft.com/office/officeart/2008/layout/LinedList"/>
    <dgm:cxn modelId="{293996AB-B5D7-EF45-867E-D32A2A36B78A}" type="presOf" srcId="{5B563550-B575-478B-8F5B-578CC31A2AA5}" destId="{A61DF705-0EBD-3540-A1ED-7E133F5D92C6}" srcOrd="0" destOrd="0" presId="urn:microsoft.com/office/officeart/2008/layout/LinedList"/>
    <dgm:cxn modelId="{73D532BE-0D1A-6344-A47B-5B1182399AC1}" type="presOf" srcId="{927BD193-A478-4DAF-893A-F94C121D1B6F}" destId="{1973845B-6457-A14A-9657-ECDE5187B4E2}" srcOrd="0" destOrd="0" presId="urn:microsoft.com/office/officeart/2008/layout/LinedList"/>
    <dgm:cxn modelId="{76692CCA-3959-471C-BEEA-119D0999CCDC}" srcId="{AF900726-4560-4A5B-B08A-2BF9D8D37542}" destId="{D9B8D7DF-7013-448F-98B2-E2BB2AF6DCB4}" srcOrd="2" destOrd="0" parTransId="{97FCA471-5A5B-404E-946A-BA1B690BEC40}" sibTransId="{3F9E096F-BD19-4BC2-AA06-E67AFF0CA535}"/>
    <dgm:cxn modelId="{4AC34ED3-9B8A-9F4B-8F15-D71343FA4323}" type="presOf" srcId="{D9B8D7DF-7013-448F-98B2-E2BB2AF6DCB4}" destId="{47CC81E6-3086-6943-9CFE-632294C411CD}" srcOrd="0" destOrd="0" presId="urn:microsoft.com/office/officeart/2008/layout/LinedList"/>
    <dgm:cxn modelId="{7E3583E0-5449-4FB8-9E9E-9F25D1051F6C}" srcId="{AF900726-4560-4A5B-B08A-2BF9D8D37542}" destId="{CA1347A0-C9AF-4399-BCF6-AF2A20A147F6}" srcOrd="1" destOrd="0" parTransId="{9E9992EC-C672-4368-8A76-4FFD0DE97E05}" sibTransId="{99CAF875-EC7D-4B6B-BD5E-AE408C5EA9C6}"/>
    <dgm:cxn modelId="{C5A583E7-4875-47C0-8FE5-64A14045BB08}" srcId="{AF900726-4560-4A5B-B08A-2BF9D8D37542}" destId="{D82D92A2-B2DE-4A57-862A-87A77285A701}" srcOrd="4" destOrd="0" parTransId="{A6E0DC69-A2E1-45B4-BF57-536DC3A9C820}" sibTransId="{9B10C5CB-A62E-4FE3-B4F9-FA4914532365}"/>
    <dgm:cxn modelId="{48E4DFED-6D59-49DA-98CA-66B8A47ECAD1}" srcId="{AF900726-4560-4A5B-B08A-2BF9D8D37542}" destId="{5B563550-B575-478B-8F5B-578CC31A2AA5}" srcOrd="0" destOrd="0" parTransId="{3F3135D1-BBC7-416A-8455-9BF8B75866AC}" sibTransId="{744C64FB-E934-4C3F-A67F-665C40D55AF0}"/>
    <dgm:cxn modelId="{0540AAA1-F19B-DB42-8995-F9A52846DD32}" type="presParOf" srcId="{72D36230-9671-DC42-BF3D-0BECA3CD2A64}" destId="{0BE03066-620D-E64D-8B38-0A9144692ECC}" srcOrd="0" destOrd="0" presId="urn:microsoft.com/office/officeart/2008/layout/LinedList"/>
    <dgm:cxn modelId="{13A2A5A5-13E8-5343-A9A8-9B42849CEE36}" type="presParOf" srcId="{72D36230-9671-DC42-BF3D-0BECA3CD2A64}" destId="{FD6A7A17-E626-7B4C-A52A-3A144550112F}" srcOrd="1" destOrd="0" presId="urn:microsoft.com/office/officeart/2008/layout/LinedList"/>
    <dgm:cxn modelId="{ECEDC8D1-4232-B040-9C67-7A1366835AA3}" type="presParOf" srcId="{FD6A7A17-E626-7B4C-A52A-3A144550112F}" destId="{A61DF705-0EBD-3540-A1ED-7E133F5D92C6}" srcOrd="0" destOrd="0" presId="urn:microsoft.com/office/officeart/2008/layout/LinedList"/>
    <dgm:cxn modelId="{1FAE3348-064B-6E46-9477-2B6F52DBC34C}" type="presParOf" srcId="{FD6A7A17-E626-7B4C-A52A-3A144550112F}" destId="{9E419F7D-434B-E147-85DC-B4FF699EFF31}" srcOrd="1" destOrd="0" presId="urn:microsoft.com/office/officeart/2008/layout/LinedList"/>
    <dgm:cxn modelId="{7910252D-5992-F24F-9ED2-352E7ABA7B88}" type="presParOf" srcId="{72D36230-9671-DC42-BF3D-0BECA3CD2A64}" destId="{E1974EB5-0AD4-0A45-A3DB-EB81C7D457DC}" srcOrd="2" destOrd="0" presId="urn:microsoft.com/office/officeart/2008/layout/LinedList"/>
    <dgm:cxn modelId="{67E6503F-2B74-8F42-88ED-9046E40B7962}" type="presParOf" srcId="{72D36230-9671-DC42-BF3D-0BECA3CD2A64}" destId="{87CBB757-B6AF-AA4F-BD7C-95A8E824FA20}" srcOrd="3" destOrd="0" presId="urn:microsoft.com/office/officeart/2008/layout/LinedList"/>
    <dgm:cxn modelId="{B2442444-D644-E443-98F1-33D8B7964A60}" type="presParOf" srcId="{87CBB757-B6AF-AA4F-BD7C-95A8E824FA20}" destId="{785823E3-A93E-AC41-8966-033EE961B531}" srcOrd="0" destOrd="0" presId="urn:microsoft.com/office/officeart/2008/layout/LinedList"/>
    <dgm:cxn modelId="{7EB86490-E4F3-2346-B847-8E9354C7BC69}" type="presParOf" srcId="{87CBB757-B6AF-AA4F-BD7C-95A8E824FA20}" destId="{8B8256B5-7B52-DC48-9A6A-05FF041A3B07}" srcOrd="1" destOrd="0" presId="urn:microsoft.com/office/officeart/2008/layout/LinedList"/>
    <dgm:cxn modelId="{B302665D-E336-7041-A39C-FF1C5745503D}" type="presParOf" srcId="{72D36230-9671-DC42-BF3D-0BECA3CD2A64}" destId="{DF98B9FE-419C-F44F-BED0-5E3681C7D87A}" srcOrd="4" destOrd="0" presId="urn:microsoft.com/office/officeart/2008/layout/LinedList"/>
    <dgm:cxn modelId="{554B65E6-C418-CB44-A0A6-1A615D23A63F}" type="presParOf" srcId="{72D36230-9671-DC42-BF3D-0BECA3CD2A64}" destId="{BB030CB2-1557-074E-B2E1-6E51BACF1C67}" srcOrd="5" destOrd="0" presId="urn:microsoft.com/office/officeart/2008/layout/LinedList"/>
    <dgm:cxn modelId="{4DEFCB1D-A26D-B248-93F6-9BB840A72A38}" type="presParOf" srcId="{BB030CB2-1557-074E-B2E1-6E51BACF1C67}" destId="{47CC81E6-3086-6943-9CFE-632294C411CD}" srcOrd="0" destOrd="0" presId="urn:microsoft.com/office/officeart/2008/layout/LinedList"/>
    <dgm:cxn modelId="{053705B5-27B4-1F49-9399-2A286FE0BC36}" type="presParOf" srcId="{BB030CB2-1557-074E-B2E1-6E51BACF1C67}" destId="{AA5D832F-388D-7B47-B3D6-314F7DB420D0}" srcOrd="1" destOrd="0" presId="urn:microsoft.com/office/officeart/2008/layout/LinedList"/>
    <dgm:cxn modelId="{A2A2BF36-CD50-D841-9698-7A93CBD0BB0D}" type="presParOf" srcId="{72D36230-9671-DC42-BF3D-0BECA3CD2A64}" destId="{F59D5332-285F-A842-BC07-2D0925F21D67}" srcOrd="6" destOrd="0" presId="urn:microsoft.com/office/officeart/2008/layout/LinedList"/>
    <dgm:cxn modelId="{0E599251-8DF0-184E-8714-12D37B2B6B9A}" type="presParOf" srcId="{72D36230-9671-DC42-BF3D-0BECA3CD2A64}" destId="{6DE6EC93-F601-0349-8D2F-FD9B949FD5D2}" srcOrd="7" destOrd="0" presId="urn:microsoft.com/office/officeart/2008/layout/LinedList"/>
    <dgm:cxn modelId="{30AC4B89-4338-3C43-A451-D62BF9ACA90E}" type="presParOf" srcId="{6DE6EC93-F601-0349-8D2F-FD9B949FD5D2}" destId="{E9AAE2F1-C11D-7E43-992B-E0283C628A4C}" srcOrd="0" destOrd="0" presId="urn:microsoft.com/office/officeart/2008/layout/LinedList"/>
    <dgm:cxn modelId="{076DB89D-B63D-B548-854F-4965CCE0941F}" type="presParOf" srcId="{6DE6EC93-F601-0349-8D2F-FD9B949FD5D2}" destId="{331C32DF-D992-3546-99A4-AB86E672F190}" srcOrd="1" destOrd="0" presId="urn:microsoft.com/office/officeart/2008/layout/LinedList"/>
    <dgm:cxn modelId="{1B05492D-C182-2C4A-B8F3-79F37F4E0211}" type="presParOf" srcId="{72D36230-9671-DC42-BF3D-0BECA3CD2A64}" destId="{859786AA-99B7-2246-AAA3-22F6F1719C23}" srcOrd="8" destOrd="0" presId="urn:microsoft.com/office/officeart/2008/layout/LinedList"/>
    <dgm:cxn modelId="{7BE9FDF8-68C8-4F47-95A0-2ED359E7F5F1}" type="presParOf" srcId="{72D36230-9671-DC42-BF3D-0BECA3CD2A64}" destId="{0EA65089-73D9-0F45-90C2-969B34D5E058}" srcOrd="9" destOrd="0" presId="urn:microsoft.com/office/officeart/2008/layout/LinedList"/>
    <dgm:cxn modelId="{AA327F20-B14E-8D4C-99AB-312D77B7275C}" type="presParOf" srcId="{0EA65089-73D9-0F45-90C2-969B34D5E058}" destId="{9FA7B128-8892-2642-AF9B-E96EDBB6810B}" srcOrd="0" destOrd="0" presId="urn:microsoft.com/office/officeart/2008/layout/LinedList"/>
    <dgm:cxn modelId="{B18CFD21-76A2-6C43-B68D-4CC06786FE53}" type="presParOf" srcId="{0EA65089-73D9-0F45-90C2-969B34D5E058}" destId="{6643A51D-997D-024C-B153-C233450CEBA7}" srcOrd="1" destOrd="0" presId="urn:microsoft.com/office/officeart/2008/layout/LinedList"/>
    <dgm:cxn modelId="{833FB3D7-4478-2249-B9B5-37F82526F881}" type="presParOf" srcId="{72D36230-9671-DC42-BF3D-0BECA3CD2A64}" destId="{D3F6DFDE-F6E0-DA49-81D9-0D6D52FB7F33}" srcOrd="10" destOrd="0" presId="urn:microsoft.com/office/officeart/2008/layout/LinedList"/>
    <dgm:cxn modelId="{5F50DD52-B3CE-3641-B574-6BDA2123DB64}" type="presParOf" srcId="{72D36230-9671-DC42-BF3D-0BECA3CD2A64}" destId="{FB154DC9-1855-174C-92FA-D5D7346B510F}" srcOrd="11" destOrd="0" presId="urn:microsoft.com/office/officeart/2008/layout/LinedList"/>
    <dgm:cxn modelId="{6A29E4CE-52BB-B94C-9C3D-C03FBE74A5CF}" type="presParOf" srcId="{FB154DC9-1855-174C-92FA-D5D7346B510F}" destId="{DD5D89A8-0D40-B744-B8FB-CCB1E315AB04}" srcOrd="0" destOrd="0" presId="urn:microsoft.com/office/officeart/2008/layout/LinedList"/>
    <dgm:cxn modelId="{946466AE-7546-8343-95E0-76DB24F47D50}" type="presParOf" srcId="{FB154DC9-1855-174C-92FA-D5D7346B510F}" destId="{E7F45BF4-6F9B-3D40-BB13-E86BF4A8F6DF}" srcOrd="1" destOrd="0" presId="urn:microsoft.com/office/officeart/2008/layout/LinedList"/>
    <dgm:cxn modelId="{32882774-BADE-8849-94B4-F837B025892D}" type="presParOf" srcId="{72D36230-9671-DC42-BF3D-0BECA3CD2A64}" destId="{98536C1D-ACBD-674C-A3B6-A685BA7EBEAF}" srcOrd="12" destOrd="0" presId="urn:microsoft.com/office/officeart/2008/layout/LinedList"/>
    <dgm:cxn modelId="{31885DB6-6BA1-9241-B4D5-62A2D2021FE3}" type="presParOf" srcId="{72D36230-9671-DC42-BF3D-0BECA3CD2A64}" destId="{81D9EA95-A52A-394A-A3E7-C0D86FFDE516}" srcOrd="13" destOrd="0" presId="urn:microsoft.com/office/officeart/2008/layout/LinedList"/>
    <dgm:cxn modelId="{EFEE9965-15A2-FB49-937B-FE882D97058D}" type="presParOf" srcId="{81D9EA95-A52A-394A-A3E7-C0D86FFDE516}" destId="{1973845B-6457-A14A-9657-ECDE5187B4E2}" srcOrd="0" destOrd="0" presId="urn:microsoft.com/office/officeart/2008/layout/LinedList"/>
    <dgm:cxn modelId="{5BFFC825-4936-FC46-841E-19C9C81A0F51}" type="presParOf" srcId="{81D9EA95-A52A-394A-A3E7-C0D86FFDE516}" destId="{09F0E227-FACF-EE4C-A174-A0EAF23CCAF8}" srcOrd="1" destOrd="0" presId="urn:microsoft.com/office/officeart/2008/layout/LinedList"/>
    <dgm:cxn modelId="{842BAB29-132E-2C49-BBA4-644A6C170267}" type="presParOf" srcId="{72D36230-9671-DC42-BF3D-0BECA3CD2A64}" destId="{B043616D-D841-ED4B-B288-C16EC22F266F}" srcOrd="14" destOrd="0" presId="urn:microsoft.com/office/officeart/2008/layout/LinedList"/>
    <dgm:cxn modelId="{164DE3DC-288C-EE48-A5C5-DDBBD9E91243}" type="presParOf" srcId="{72D36230-9671-DC42-BF3D-0BECA3CD2A64}" destId="{969B3D09-E1D3-2D4A-906C-7389864F5C3D}" srcOrd="15" destOrd="0" presId="urn:microsoft.com/office/officeart/2008/layout/LinedList"/>
    <dgm:cxn modelId="{F24D4312-BD38-3F4F-B253-BD1DF15B685F}" type="presParOf" srcId="{969B3D09-E1D3-2D4A-906C-7389864F5C3D}" destId="{8677D367-8A8E-A448-B189-477C536040F6}" srcOrd="0" destOrd="0" presId="urn:microsoft.com/office/officeart/2008/layout/LinedList"/>
    <dgm:cxn modelId="{2727B1B0-2460-454A-8D69-48E688EF1611}" type="presParOf" srcId="{969B3D09-E1D3-2D4A-906C-7389864F5C3D}" destId="{7FFBA006-DB5E-7143-8CE3-8563ED57205E}" srcOrd="1" destOrd="0" presId="urn:microsoft.com/office/officeart/2008/layout/LinedList"/>
    <dgm:cxn modelId="{E6983059-25DB-324E-9150-B77409B7CCE1}" type="presParOf" srcId="{72D36230-9671-DC42-BF3D-0BECA3CD2A64}" destId="{D68C4436-2CB8-AC43-9806-40836070823E}" srcOrd="16" destOrd="0" presId="urn:microsoft.com/office/officeart/2008/layout/LinedList"/>
    <dgm:cxn modelId="{BB5A4FB9-EAFA-8C4B-9A3E-C10CFE695C9F}" type="presParOf" srcId="{72D36230-9671-DC42-BF3D-0BECA3CD2A64}" destId="{5554FFC4-54B8-1646-88FC-FB902980525E}" srcOrd="17" destOrd="0" presId="urn:microsoft.com/office/officeart/2008/layout/LinedList"/>
    <dgm:cxn modelId="{DF530FA7-9D0E-4B4A-9BDF-EDD717CC7196}" type="presParOf" srcId="{5554FFC4-54B8-1646-88FC-FB902980525E}" destId="{F9BD4A94-C8B2-E548-B50B-671E3DCA991D}" srcOrd="0" destOrd="0" presId="urn:microsoft.com/office/officeart/2008/layout/LinedList"/>
    <dgm:cxn modelId="{60BF30D2-5ACF-7440-91D5-BA1B88A85276}" type="presParOf" srcId="{5554FFC4-54B8-1646-88FC-FB902980525E}" destId="{C6DB48D3-2A7C-D041-8A1D-F847C0AC7DCA}" srcOrd="1" destOrd="0" presId="urn:microsoft.com/office/officeart/2008/layout/LinedList"/>
    <dgm:cxn modelId="{B10D9239-978E-5341-8E82-69BDB4DF7D03}" type="presParOf" srcId="{72D36230-9671-DC42-BF3D-0BECA3CD2A64}" destId="{256FA66C-A085-A84C-93B7-05E213AF45B1}" srcOrd="18" destOrd="0" presId="urn:microsoft.com/office/officeart/2008/layout/LinedList"/>
    <dgm:cxn modelId="{68A21EAF-A89A-444B-AE70-2DE13B47F538}" type="presParOf" srcId="{72D36230-9671-DC42-BF3D-0BECA3CD2A64}" destId="{F4CE7245-7117-C546-9F86-9DC7A1A7F1CA}" srcOrd="19" destOrd="0" presId="urn:microsoft.com/office/officeart/2008/layout/LinedList"/>
    <dgm:cxn modelId="{F3236BCC-2010-404E-AEC0-641230D8D992}" type="presParOf" srcId="{F4CE7245-7117-C546-9F86-9DC7A1A7F1CA}" destId="{0F9B5773-F0F5-3848-A244-B1755A3929E8}" srcOrd="0" destOrd="0" presId="urn:microsoft.com/office/officeart/2008/layout/LinedList"/>
    <dgm:cxn modelId="{47670FAE-F2B3-1A48-8031-8F8E17D6CD24}" type="presParOf" srcId="{F4CE7245-7117-C546-9F86-9DC7A1A7F1CA}" destId="{F6C41EDC-6CCD-5F46-B091-DA301826044F}"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15748D-06FF-40E4-A52A-FD0B3A17A026}" type="doc">
      <dgm:prSet loTypeId="urn:microsoft.com/office/officeart/2016/7/layout/LinearArrowProcessNumbered" loCatId="process" qsTypeId="urn:microsoft.com/office/officeart/2005/8/quickstyle/simple1" qsCatId="simple" csTypeId="urn:microsoft.com/office/officeart/2005/8/colors/accent1_2" csCatId="accent1"/>
      <dgm:spPr/>
      <dgm:t>
        <a:bodyPr/>
        <a:lstStyle/>
        <a:p>
          <a:endParaRPr lang="en-US"/>
        </a:p>
      </dgm:t>
    </dgm:pt>
    <dgm:pt modelId="{E8F921C8-2972-4C5A-B200-F1EF9CEC50E4}">
      <dgm:prSet/>
      <dgm:spPr/>
      <dgm:t>
        <a:bodyPr/>
        <a:lstStyle/>
        <a:p>
          <a:r>
            <a:rPr lang="en-US" b="0" i="0"/>
            <a:t>Complete all CAD designs: structure, filter wheel, lens mount, internal/external shell</a:t>
          </a:r>
          <a:endParaRPr lang="en-US"/>
        </a:p>
      </dgm:t>
    </dgm:pt>
    <dgm:pt modelId="{14C199F6-2F07-4DAD-ADC1-D629A11C1A10}" type="parTrans" cxnId="{40C9287E-4F13-44F3-95B1-B5E560546274}">
      <dgm:prSet/>
      <dgm:spPr/>
      <dgm:t>
        <a:bodyPr/>
        <a:lstStyle/>
        <a:p>
          <a:endParaRPr lang="en-US"/>
        </a:p>
      </dgm:t>
    </dgm:pt>
    <dgm:pt modelId="{FF490A8C-CF1A-40AC-A118-615969EF682E}" type="sibTrans" cxnId="{40C9287E-4F13-44F3-95B1-B5E560546274}">
      <dgm:prSet phldrT="1" phldr="0"/>
      <dgm:spPr/>
      <dgm:t>
        <a:bodyPr/>
        <a:lstStyle/>
        <a:p>
          <a:r>
            <a:rPr lang="en-US"/>
            <a:t>1</a:t>
          </a:r>
        </a:p>
      </dgm:t>
    </dgm:pt>
    <dgm:pt modelId="{6FFC9F51-59D4-40FF-BEDB-0F3E8DD8CC6A}">
      <dgm:prSet/>
      <dgm:spPr/>
      <dgm:t>
        <a:bodyPr/>
        <a:lstStyle/>
        <a:p>
          <a:r>
            <a:rPr lang="en-US" b="0" i="0"/>
            <a:t>Prepare comprehensive parts list for procurement</a:t>
          </a:r>
          <a:endParaRPr lang="en-US"/>
        </a:p>
      </dgm:t>
    </dgm:pt>
    <dgm:pt modelId="{6A5B579C-C4F6-43B1-98A8-D8A73A210AC0}" type="parTrans" cxnId="{DBB96F29-D69D-42AF-8D98-D28A842A33D6}">
      <dgm:prSet/>
      <dgm:spPr/>
      <dgm:t>
        <a:bodyPr/>
        <a:lstStyle/>
        <a:p>
          <a:endParaRPr lang="en-US"/>
        </a:p>
      </dgm:t>
    </dgm:pt>
    <dgm:pt modelId="{3B9F1F34-B9D9-4514-BECA-9277102CD95A}" type="sibTrans" cxnId="{DBB96F29-D69D-42AF-8D98-D28A842A33D6}">
      <dgm:prSet phldrT="2" phldr="0"/>
      <dgm:spPr/>
      <dgm:t>
        <a:bodyPr/>
        <a:lstStyle/>
        <a:p>
          <a:r>
            <a:rPr lang="en-US"/>
            <a:t>2</a:t>
          </a:r>
        </a:p>
      </dgm:t>
    </dgm:pt>
    <dgm:pt modelId="{2E1D9186-2D43-4BA7-8956-F82AB0651416}">
      <dgm:prSet/>
      <dgm:spPr/>
      <dgm:t>
        <a:bodyPr/>
        <a:lstStyle/>
        <a:p>
          <a:r>
            <a:rPr lang="en-US" b="0" i="0"/>
            <a:t>Initial software setup (Raspberry Pi OS, Python libraries)</a:t>
          </a:r>
          <a:endParaRPr lang="en-US"/>
        </a:p>
      </dgm:t>
    </dgm:pt>
    <dgm:pt modelId="{4ED4F894-3330-4A3F-B4FE-7D0371824A85}" type="parTrans" cxnId="{AE37C99D-D913-4BFD-A2F1-18A534A54CA8}">
      <dgm:prSet/>
      <dgm:spPr/>
      <dgm:t>
        <a:bodyPr/>
        <a:lstStyle/>
        <a:p>
          <a:endParaRPr lang="en-US"/>
        </a:p>
      </dgm:t>
    </dgm:pt>
    <dgm:pt modelId="{C6797D3A-60A6-4701-AE94-46DD0B9852B8}" type="sibTrans" cxnId="{AE37C99D-D913-4BFD-A2F1-18A534A54CA8}">
      <dgm:prSet phldrT="3" phldr="0"/>
      <dgm:spPr/>
      <dgm:t>
        <a:bodyPr/>
        <a:lstStyle/>
        <a:p>
          <a:r>
            <a:rPr lang="en-US"/>
            <a:t>3</a:t>
          </a:r>
        </a:p>
      </dgm:t>
    </dgm:pt>
    <dgm:pt modelId="{7E23199A-677E-431E-B624-CC452EC7EC80}">
      <dgm:prSet/>
      <dgm:spPr/>
      <dgm:t>
        <a:bodyPr/>
        <a:lstStyle/>
        <a:p>
          <a:r>
            <a:rPr lang="en-US" b="0" i="0"/>
            <a:t>Initial hardware setup (Raspberry Pi, camera module, peripherals configured)</a:t>
          </a:r>
          <a:endParaRPr lang="en-US"/>
        </a:p>
      </dgm:t>
    </dgm:pt>
    <dgm:pt modelId="{349B6ABB-E580-4C2A-AC6D-4326235AC187}" type="parTrans" cxnId="{9E1454EC-93DB-4AA1-8005-D50FD125C15A}">
      <dgm:prSet/>
      <dgm:spPr/>
      <dgm:t>
        <a:bodyPr/>
        <a:lstStyle/>
        <a:p>
          <a:endParaRPr lang="en-US"/>
        </a:p>
      </dgm:t>
    </dgm:pt>
    <dgm:pt modelId="{CE11FE7F-16D2-492E-BAB5-368A5C22B12E}" type="sibTrans" cxnId="{9E1454EC-93DB-4AA1-8005-D50FD125C15A}">
      <dgm:prSet phldrT="4" phldr="0"/>
      <dgm:spPr/>
      <dgm:t>
        <a:bodyPr/>
        <a:lstStyle/>
        <a:p>
          <a:r>
            <a:rPr lang="en-US"/>
            <a:t>4</a:t>
          </a:r>
        </a:p>
      </dgm:t>
    </dgm:pt>
    <dgm:pt modelId="{73AA8844-C5D1-4CED-A0F3-B1D9FE125D7F}">
      <dgm:prSet/>
      <dgm:spPr/>
      <dgm:t>
        <a:bodyPr/>
        <a:lstStyle/>
        <a:p>
          <a:r>
            <a:rPr lang="en-US" b="0" i="0"/>
            <a:t>Create detailed fabrication plans for prototyping phase</a:t>
          </a:r>
          <a:endParaRPr lang="en-US"/>
        </a:p>
      </dgm:t>
    </dgm:pt>
    <dgm:pt modelId="{3B5674AA-AF50-4976-9936-9847DF96629D}" type="parTrans" cxnId="{18C83ED5-2362-4E77-9DC1-BCB30420297A}">
      <dgm:prSet/>
      <dgm:spPr/>
      <dgm:t>
        <a:bodyPr/>
        <a:lstStyle/>
        <a:p>
          <a:endParaRPr lang="en-US"/>
        </a:p>
      </dgm:t>
    </dgm:pt>
    <dgm:pt modelId="{60ADBBC0-4D80-4682-8A55-7CBA6BF1521B}" type="sibTrans" cxnId="{18C83ED5-2362-4E77-9DC1-BCB30420297A}">
      <dgm:prSet phldrT="5" phldr="0"/>
      <dgm:spPr/>
      <dgm:t>
        <a:bodyPr/>
        <a:lstStyle/>
        <a:p>
          <a:r>
            <a:rPr lang="en-US"/>
            <a:t>5</a:t>
          </a:r>
        </a:p>
      </dgm:t>
    </dgm:pt>
    <dgm:pt modelId="{3BCDAC46-8FE9-4799-BD78-3BC3A27FD3E7}">
      <dgm:prSet/>
      <dgm:spPr/>
      <dgm:t>
        <a:bodyPr/>
        <a:lstStyle/>
        <a:p>
          <a:r>
            <a:rPr lang="en-US" b="0" i="0"/>
            <a:t>Ready to begin prototyping in January 2026</a:t>
          </a:r>
          <a:endParaRPr lang="en-US"/>
        </a:p>
      </dgm:t>
    </dgm:pt>
    <dgm:pt modelId="{33C20788-6DC1-48D0-A0DF-A07C7BC612C7}" type="parTrans" cxnId="{974E4B5B-0C4D-4FC6-98D2-FBB9C9AF986B}">
      <dgm:prSet/>
      <dgm:spPr/>
      <dgm:t>
        <a:bodyPr/>
        <a:lstStyle/>
        <a:p>
          <a:endParaRPr lang="en-US"/>
        </a:p>
      </dgm:t>
    </dgm:pt>
    <dgm:pt modelId="{B35E177D-8E75-487F-85A9-BD3EEE512EA5}" type="sibTrans" cxnId="{974E4B5B-0C4D-4FC6-98D2-FBB9C9AF986B}">
      <dgm:prSet phldrT="6" phldr="0"/>
      <dgm:spPr/>
      <dgm:t>
        <a:bodyPr/>
        <a:lstStyle/>
        <a:p>
          <a:r>
            <a:rPr lang="en-US"/>
            <a:t>6</a:t>
          </a:r>
        </a:p>
      </dgm:t>
    </dgm:pt>
    <dgm:pt modelId="{DFA80772-B2E6-3B42-BE0C-84BD71530D1D}" type="pres">
      <dgm:prSet presAssocID="{F015748D-06FF-40E4-A52A-FD0B3A17A026}" presName="linearFlow" presStyleCnt="0">
        <dgm:presLayoutVars>
          <dgm:dir/>
          <dgm:animLvl val="lvl"/>
          <dgm:resizeHandles val="exact"/>
        </dgm:presLayoutVars>
      </dgm:prSet>
      <dgm:spPr/>
    </dgm:pt>
    <dgm:pt modelId="{866EB12A-E4F3-B44E-95CA-223866927209}" type="pres">
      <dgm:prSet presAssocID="{E8F921C8-2972-4C5A-B200-F1EF9CEC50E4}" presName="compositeNode" presStyleCnt="0"/>
      <dgm:spPr/>
    </dgm:pt>
    <dgm:pt modelId="{B2A94FB0-6989-E742-87A9-3A79E4DCD088}" type="pres">
      <dgm:prSet presAssocID="{E8F921C8-2972-4C5A-B200-F1EF9CEC50E4}" presName="parTx" presStyleLbl="node1" presStyleIdx="0" presStyleCnt="0">
        <dgm:presLayoutVars>
          <dgm:chMax val="0"/>
          <dgm:chPref val="0"/>
          <dgm:bulletEnabled val="1"/>
        </dgm:presLayoutVars>
      </dgm:prSet>
      <dgm:spPr/>
    </dgm:pt>
    <dgm:pt modelId="{95E36E46-DA14-3B4D-B502-70D94992C918}" type="pres">
      <dgm:prSet presAssocID="{E8F921C8-2972-4C5A-B200-F1EF9CEC50E4}" presName="parSh" presStyleCnt="0"/>
      <dgm:spPr/>
    </dgm:pt>
    <dgm:pt modelId="{7000A2A0-958B-B744-A2A4-5B59465989C4}" type="pres">
      <dgm:prSet presAssocID="{E8F921C8-2972-4C5A-B200-F1EF9CEC50E4}" presName="lineNode" presStyleLbl="alignAccFollowNode1" presStyleIdx="0" presStyleCnt="18"/>
      <dgm:spPr/>
    </dgm:pt>
    <dgm:pt modelId="{F4CFE92C-75AB-454D-9FE8-28CB0BB2E011}" type="pres">
      <dgm:prSet presAssocID="{E8F921C8-2972-4C5A-B200-F1EF9CEC50E4}" presName="lineArrowNode" presStyleLbl="alignAccFollowNode1" presStyleIdx="1" presStyleCnt="18"/>
      <dgm:spPr/>
    </dgm:pt>
    <dgm:pt modelId="{2AE2B081-A765-3F47-8175-EAA21EEEC116}" type="pres">
      <dgm:prSet presAssocID="{FF490A8C-CF1A-40AC-A118-615969EF682E}" presName="sibTransNodeCircle" presStyleLbl="alignNode1" presStyleIdx="0" presStyleCnt="6">
        <dgm:presLayoutVars>
          <dgm:chMax val="0"/>
          <dgm:bulletEnabled/>
        </dgm:presLayoutVars>
      </dgm:prSet>
      <dgm:spPr/>
    </dgm:pt>
    <dgm:pt modelId="{F28C6D53-AAF8-D044-B547-271D346EC702}" type="pres">
      <dgm:prSet presAssocID="{FF490A8C-CF1A-40AC-A118-615969EF682E}" presName="spacerBetweenCircleAndCallout" presStyleCnt="0">
        <dgm:presLayoutVars/>
      </dgm:prSet>
      <dgm:spPr/>
    </dgm:pt>
    <dgm:pt modelId="{4C00A8C5-E49A-EA43-9D92-059244CD56FA}" type="pres">
      <dgm:prSet presAssocID="{E8F921C8-2972-4C5A-B200-F1EF9CEC50E4}" presName="nodeText" presStyleLbl="alignAccFollowNode1" presStyleIdx="2" presStyleCnt="18">
        <dgm:presLayoutVars>
          <dgm:bulletEnabled val="1"/>
        </dgm:presLayoutVars>
      </dgm:prSet>
      <dgm:spPr/>
    </dgm:pt>
    <dgm:pt modelId="{B1800E8C-5056-7D40-A93B-00184ABB26D1}" type="pres">
      <dgm:prSet presAssocID="{FF490A8C-CF1A-40AC-A118-615969EF682E}" presName="sibTransComposite" presStyleCnt="0"/>
      <dgm:spPr/>
    </dgm:pt>
    <dgm:pt modelId="{E70E7B1A-605B-AE40-8DF9-ABA05E20D24F}" type="pres">
      <dgm:prSet presAssocID="{6FFC9F51-59D4-40FF-BEDB-0F3E8DD8CC6A}" presName="compositeNode" presStyleCnt="0"/>
      <dgm:spPr/>
    </dgm:pt>
    <dgm:pt modelId="{28A76091-D76B-BC4B-8E2C-FDB0345A7A22}" type="pres">
      <dgm:prSet presAssocID="{6FFC9F51-59D4-40FF-BEDB-0F3E8DD8CC6A}" presName="parTx" presStyleLbl="node1" presStyleIdx="0" presStyleCnt="0">
        <dgm:presLayoutVars>
          <dgm:chMax val="0"/>
          <dgm:chPref val="0"/>
          <dgm:bulletEnabled val="1"/>
        </dgm:presLayoutVars>
      </dgm:prSet>
      <dgm:spPr/>
    </dgm:pt>
    <dgm:pt modelId="{CF7697A1-677B-0146-B4BB-80F0989EB4B1}" type="pres">
      <dgm:prSet presAssocID="{6FFC9F51-59D4-40FF-BEDB-0F3E8DD8CC6A}" presName="parSh" presStyleCnt="0"/>
      <dgm:spPr/>
    </dgm:pt>
    <dgm:pt modelId="{25F167AF-6E72-D548-A060-CA4C441A2E0F}" type="pres">
      <dgm:prSet presAssocID="{6FFC9F51-59D4-40FF-BEDB-0F3E8DD8CC6A}" presName="lineNode" presStyleLbl="alignAccFollowNode1" presStyleIdx="3" presStyleCnt="18"/>
      <dgm:spPr/>
    </dgm:pt>
    <dgm:pt modelId="{5885770F-213B-D349-BC01-22008C21D1C7}" type="pres">
      <dgm:prSet presAssocID="{6FFC9F51-59D4-40FF-BEDB-0F3E8DD8CC6A}" presName="lineArrowNode" presStyleLbl="alignAccFollowNode1" presStyleIdx="4" presStyleCnt="18"/>
      <dgm:spPr/>
    </dgm:pt>
    <dgm:pt modelId="{F728BB6A-CA48-1844-8DB9-D8FC24155938}" type="pres">
      <dgm:prSet presAssocID="{3B9F1F34-B9D9-4514-BECA-9277102CD95A}" presName="sibTransNodeCircle" presStyleLbl="alignNode1" presStyleIdx="1" presStyleCnt="6">
        <dgm:presLayoutVars>
          <dgm:chMax val="0"/>
          <dgm:bulletEnabled/>
        </dgm:presLayoutVars>
      </dgm:prSet>
      <dgm:spPr/>
    </dgm:pt>
    <dgm:pt modelId="{371206E8-687C-8E4B-BF4C-F4A46E8D6F3C}" type="pres">
      <dgm:prSet presAssocID="{3B9F1F34-B9D9-4514-BECA-9277102CD95A}" presName="spacerBetweenCircleAndCallout" presStyleCnt="0">
        <dgm:presLayoutVars/>
      </dgm:prSet>
      <dgm:spPr/>
    </dgm:pt>
    <dgm:pt modelId="{C0FA8128-69DB-3F42-BCCA-4F97244AD98A}" type="pres">
      <dgm:prSet presAssocID="{6FFC9F51-59D4-40FF-BEDB-0F3E8DD8CC6A}" presName="nodeText" presStyleLbl="alignAccFollowNode1" presStyleIdx="5" presStyleCnt="18">
        <dgm:presLayoutVars>
          <dgm:bulletEnabled val="1"/>
        </dgm:presLayoutVars>
      </dgm:prSet>
      <dgm:spPr/>
    </dgm:pt>
    <dgm:pt modelId="{DC33B950-48A8-9446-B513-069531EB6459}" type="pres">
      <dgm:prSet presAssocID="{3B9F1F34-B9D9-4514-BECA-9277102CD95A}" presName="sibTransComposite" presStyleCnt="0"/>
      <dgm:spPr/>
    </dgm:pt>
    <dgm:pt modelId="{99381DBF-E0B4-D94C-A4D8-5F32578FB8D1}" type="pres">
      <dgm:prSet presAssocID="{2E1D9186-2D43-4BA7-8956-F82AB0651416}" presName="compositeNode" presStyleCnt="0"/>
      <dgm:spPr/>
    </dgm:pt>
    <dgm:pt modelId="{55A7EC47-CF39-374E-B09F-335206B9CE23}" type="pres">
      <dgm:prSet presAssocID="{2E1D9186-2D43-4BA7-8956-F82AB0651416}" presName="parTx" presStyleLbl="node1" presStyleIdx="0" presStyleCnt="0">
        <dgm:presLayoutVars>
          <dgm:chMax val="0"/>
          <dgm:chPref val="0"/>
          <dgm:bulletEnabled val="1"/>
        </dgm:presLayoutVars>
      </dgm:prSet>
      <dgm:spPr/>
    </dgm:pt>
    <dgm:pt modelId="{5862732A-10AB-D84D-8234-AE00D2D98A4F}" type="pres">
      <dgm:prSet presAssocID="{2E1D9186-2D43-4BA7-8956-F82AB0651416}" presName="parSh" presStyleCnt="0"/>
      <dgm:spPr/>
    </dgm:pt>
    <dgm:pt modelId="{6BA30B4E-A9C0-3C44-9CEA-9A8A62DD7910}" type="pres">
      <dgm:prSet presAssocID="{2E1D9186-2D43-4BA7-8956-F82AB0651416}" presName="lineNode" presStyleLbl="alignAccFollowNode1" presStyleIdx="6" presStyleCnt="18"/>
      <dgm:spPr/>
    </dgm:pt>
    <dgm:pt modelId="{FB80DC7D-3B49-4346-BB3B-48E8A34BA276}" type="pres">
      <dgm:prSet presAssocID="{2E1D9186-2D43-4BA7-8956-F82AB0651416}" presName="lineArrowNode" presStyleLbl="alignAccFollowNode1" presStyleIdx="7" presStyleCnt="18"/>
      <dgm:spPr/>
    </dgm:pt>
    <dgm:pt modelId="{2054E1CD-10C1-CB4F-8A67-2697886A7787}" type="pres">
      <dgm:prSet presAssocID="{C6797D3A-60A6-4701-AE94-46DD0B9852B8}" presName="sibTransNodeCircle" presStyleLbl="alignNode1" presStyleIdx="2" presStyleCnt="6">
        <dgm:presLayoutVars>
          <dgm:chMax val="0"/>
          <dgm:bulletEnabled/>
        </dgm:presLayoutVars>
      </dgm:prSet>
      <dgm:spPr/>
    </dgm:pt>
    <dgm:pt modelId="{7ECDDBB3-9CC9-7744-833D-8091C5D6AE91}" type="pres">
      <dgm:prSet presAssocID="{C6797D3A-60A6-4701-AE94-46DD0B9852B8}" presName="spacerBetweenCircleAndCallout" presStyleCnt="0">
        <dgm:presLayoutVars/>
      </dgm:prSet>
      <dgm:spPr/>
    </dgm:pt>
    <dgm:pt modelId="{5ADB84BC-EA12-CB45-8769-5391F5E3D266}" type="pres">
      <dgm:prSet presAssocID="{2E1D9186-2D43-4BA7-8956-F82AB0651416}" presName="nodeText" presStyleLbl="alignAccFollowNode1" presStyleIdx="8" presStyleCnt="18">
        <dgm:presLayoutVars>
          <dgm:bulletEnabled val="1"/>
        </dgm:presLayoutVars>
      </dgm:prSet>
      <dgm:spPr/>
    </dgm:pt>
    <dgm:pt modelId="{FCF62524-45FF-9C4D-B7E8-35987A44F676}" type="pres">
      <dgm:prSet presAssocID="{C6797D3A-60A6-4701-AE94-46DD0B9852B8}" presName="sibTransComposite" presStyleCnt="0"/>
      <dgm:spPr/>
    </dgm:pt>
    <dgm:pt modelId="{2095F9D3-9E97-114E-9B69-F4C69113AF41}" type="pres">
      <dgm:prSet presAssocID="{7E23199A-677E-431E-B624-CC452EC7EC80}" presName="compositeNode" presStyleCnt="0"/>
      <dgm:spPr/>
    </dgm:pt>
    <dgm:pt modelId="{BD6EB3FB-EE14-1242-8184-4F7E62B23C99}" type="pres">
      <dgm:prSet presAssocID="{7E23199A-677E-431E-B624-CC452EC7EC80}" presName="parTx" presStyleLbl="node1" presStyleIdx="0" presStyleCnt="0">
        <dgm:presLayoutVars>
          <dgm:chMax val="0"/>
          <dgm:chPref val="0"/>
          <dgm:bulletEnabled val="1"/>
        </dgm:presLayoutVars>
      </dgm:prSet>
      <dgm:spPr/>
    </dgm:pt>
    <dgm:pt modelId="{5FB0454F-76A9-EC4F-8EC8-04B328A48B8E}" type="pres">
      <dgm:prSet presAssocID="{7E23199A-677E-431E-B624-CC452EC7EC80}" presName="parSh" presStyleCnt="0"/>
      <dgm:spPr/>
    </dgm:pt>
    <dgm:pt modelId="{63CCE0E0-D7AF-8348-9509-0D7A916DA020}" type="pres">
      <dgm:prSet presAssocID="{7E23199A-677E-431E-B624-CC452EC7EC80}" presName="lineNode" presStyleLbl="alignAccFollowNode1" presStyleIdx="9" presStyleCnt="18"/>
      <dgm:spPr/>
    </dgm:pt>
    <dgm:pt modelId="{9D239316-1476-5F4B-98FD-FB670634E7B2}" type="pres">
      <dgm:prSet presAssocID="{7E23199A-677E-431E-B624-CC452EC7EC80}" presName="lineArrowNode" presStyleLbl="alignAccFollowNode1" presStyleIdx="10" presStyleCnt="18"/>
      <dgm:spPr/>
    </dgm:pt>
    <dgm:pt modelId="{06E95EA2-7535-3245-BC63-5163570CE7CF}" type="pres">
      <dgm:prSet presAssocID="{CE11FE7F-16D2-492E-BAB5-368A5C22B12E}" presName="sibTransNodeCircle" presStyleLbl="alignNode1" presStyleIdx="3" presStyleCnt="6">
        <dgm:presLayoutVars>
          <dgm:chMax val="0"/>
          <dgm:bulletEnabled/>
        </dgm:presLayoutVars>
      </dgm:prSet>
      <dgm:spPr/>
    </dgm:pt>
    <dgm:pt modelId="{34199E36-785B-8741-8D2C-B9AFBD1D2DD0}" type="pres">
      <dgm:prSet presAssocID="{CE11FE7F-16D2-492E-BAB5-368A5C22B12E}" presName="spacerBetweenCircleAndCallout" presStyleCnt="0">
        <dgm:presLayoutVars/>
      </dgm:prSet>
      <dgm:spPr/>
    </dgm:pt>
    <dgm:pt modelId="{98167454-120B-754B-983E-AF7F46E91F57}" type="pres">
      <dgm:prSet presAssocID="{7E23199A-677E-431E-B624-CC452EC7EC80}" presName="nodeText" presStyleLbl="alignAccFollowNode1" presStyleIdx="11" presStyleCnt="18">
        <dgm:presLayoutVars>
          <dgm:bulletEnabled val="1"/>
        </dgm:presLayoutVars>
      </dgm:prSet>
      <dgm:spPr/>
    </dgm:pt>
    <dgm:pt modelId="{2EC9CCCB-A7DD-3348-B964-B166118E6B47}" type="pres">
      <dgm:prSet presAssocID="{CE11FE7F-16D2-492E-BAB5-368A5C22B12E}" presName="sibTransComposite" presStyleCnt="0"/>
      <dgm:spPr/>
    </dgm:pt>
    <dgm:pt modelId="{C6D254DF-31D8-CC40-B326-1C5BF1C27CD0}" type="pres">
      <dgm:prSet presAssocID="{73AA8844-C5D1-4CED-A0F3-B1D9FE125D7F}" presName="compositeNode" presStyleCnt="0"/>
      <dgm:spPr/>
    </dgm:pt>
    <dgm:pt modelId="{05A0D612-1A46-C54A-A1A2-747860A7C6C0}" type="pres">
      <dgm:prSet presAssocID="{73AA8844-C5D1-4CED-A0F3-B1D9FE125D7F}" presName="parTx" presStyleLbl="node1" presStyleIdx="0" presStyleCnt="0">
        <dgm:presLayoutVars>
          <dgm:chMax val="0"/>
          <dgm:chPref val="0"/>
          <dgm:bulletEnabled val="1"/>
        </dgm:presLayoutVars>
      </dgm:prSet>
      <dgm:spPr/>
    </dgm:pt>
    <dgm:pt modelId="{4F55DF3D-5FD8-0040-9F29-AFA43DA47C6F}" type="pres">
      <dgm:prSet presAssocID="{73AA8844-C5D1-4CED-A0F3-B1D9FE125D7F}" presName="parSh" presStyleCnt="0"/>
      <dgm:spPr/>
    </dgm:pt>
    <dgm:pt modelId="{D7B6EF60-92F0-1045-A2DC-FED0F96496A5}" type="pres">
      <dgm:prSet presAssocID="{73AA8844-C5D1-4CED-A0F3-B1D9FE125D7F}" presName="lineNode" presStyleLbl="alignAccFollowNode1" presStyleIdx="12" presStyleCnt="18"/>
      <dgm:spPr/>
    </dgm:pt>
    <dgm:pt modelId="{6406D264-4E04-5A4E-929E-E6EC7526256C}" type="pres">
      <dgm:prSet presAssocID="{73AA8844-C5D1-4CED-A0F3-B1D9FE125D7F}" presName="lineArrowNode" presStyleLbl="alignAccFollowNode1" presStyleIdx="13" presStyleCnt="18"/>
      <dgm:spPr/>
    </dgm:pt>
    <dgm:pt modelId="{E10062C0-9E70-9743-BAE6-D5C0CC224D64}" type="pres">
      <dgm:prSet presAssocID="{60ADBBC0-4D80-4682-8A55-7CBA6BF1521B}" presName="sibTransNodeCircle" presStyleLbl="alignNode1" presStyleIdx="4" presStyleCnt="6">
        <dgm:presLayoutVars>
          <dgm:chMax val="0"/>
          <dgm:bulletEnabled/>
        </dgm:presLayoutVars>
      </dgm:prSet>
      <dgm:spPr/>
    </dgm:pt>
    <dgm:pt modelId="{7AB5AFAC-DE42-C548-9BA3-067BC3E07139}" type="pres">
      <dgm:prSet presAssocID="{60ADBBC0-4D80-4682-8A55-7CBA6BF1521B}" presName="spacerBetweenCircleAndCallout" presStyleCnt="0">
        <dgm:presLayoutVars/>
      </dgm:prSet>
      <dgm:spPr/>
    </dgm:pt>
    <dgm:pt modelId="{332C6870-3F5A-4344-90C8-EB93ECA8CA5E}" type="pres">
      <dgm:prSet presAssocID="{73AA8844-C5D1-4CED-A0F3-B1D9FE125D7F}" presName="nodeText" presStyleLbl="alignAccFollowNode1" presStyleIdx="14" presStyleCnt="18">
        <dgm:presLayoutVars>
          <dgm:bulletEnabled val="1"/>
        </dgm:presLayoutVars>
      </dgm:prSet>
      <dgm:spPr/>
    </dgm:pt>
    <dgm:pt modelId="{1A22A10F-9313-7643-97C7-35368FB049ED}" type="pres">
      <dgm:prSet presAssocID="{60ADBBC0-4D80-4682-8A55-7CBA6BF1521B}" presName="sibTransComposite" presStyleCnt="0"/>
      <dgm:spPr/>
    </dgm:pt>
    <dgm:pt modelId="{118F0C28-BC6C-D149-8BBC-B6F3146CDB5E}" type="pres">
      <dgm:prSet presAssocID="{3BCDAC46-8FE9-4799-BD78-3BC3A27FD3E7}" presName="compositeNode" presStyleCnt="0"/>
      <dgm:spPr/>
    </dgm:pt>
    <dgm:pt modelId="{9405AE9E-DBAC-104B-AEB0-D5E8129AF8E9}" type="pres">
      <dgm:prSet presAssocID="{3BCDAC46-8FE9-4799-BD78-3BC3A27FD3E7}" presName="parTx" presStyleLbl="node1" presStyleIdx="0" presStyleCnt="0">
        <dgm:presLayoutVars>
          <dgm:chMax val="0"/>
          <dgm:chPref val="0"/>
          <dgm:bulletEnabled val="1"/>
        </dgm:presLayoutVars>
      </dgm:prSet>
      <dgm:spPr/>
    </dgm:pt>
    <dgm:pt modelId="{14F99B64-1D9E-8C4E-9000-2589526F48BE}" type="pres">
      <dgm:prSet presAssocID="{3BCDAC46-8FE9-4799-BD78-3BC3A27FD3E7}" presName="parSh" presStyleCnt="0"/>
      <dgm:spPr/>
    </dgm:pt>
    <dgm:pt modelId="{A09EAFEF-91EB-8E4A-8DDD-94CCD3A56F39}" type="pres">
      <dgm:prSet presAssocID="{3BCDAC46-8FE9-4799-BD78-3BC3A27FD3E7}" presName="lineNode" presStyleLbl="alignAccFollowNode1" presStyleIdx="15" presStyleCnt="18"/>
      <dgm:spPr/>
    </dgm:pt>
    <dgm:pt modelId="{155566B7-CEEA-7842-8508-C4E689B1F550}" type="pres">
      <dgm:prSet presAssocID="{3BCDAC46-8FE9-4799-BD78-3BC3A27FD3E7}" presName="lineArrowNode" presStyleLbl="alignAccFollowNode1" presStyleIdx="16" presStyleCnt="18"/>
      <dgm:spPr/>
    </dgm:pt>
    <dgm:pt modelId="{CD4DE696-80CF-8642-B791-D450242CB2AC}" type="pres">
      <dgm:prSet presAssocID="{B35E177D-8E75-487F-85A9-BD3EEE512EA5}" presName="sibTransNodeCircle" presStyleLbl="alignNode1" presStyleIdx="5" presStyleCnt="6">
        <dgm:presLayoutVars>
          <dgm:chMax val="0"/>
          <dgm:bulletEnabled/>
        </dgm:presLayoutVars>
      </dgm:prSet>
      <dgm:spPr/>
    </dgm:pt>
    <dgm:pt modelId="{DADA5A90-13F1-D64D-BF41-7F387538746C}" type="pres">
      <dgm:prSet presAssocID="{B35E177D-8E75-487F-85A9-BD3EEE512EA5}" presName="spacerBetweenCircleAndCallout" presStyleCnt="0">
        <dgm:presLayoutVars/>
      </dgm:prSet>
      <dgm:spPr/>
    </dgm:pt>
    <dgm:pt modelId="{5E7A2721-CC3C-9445-82FD-E7EAB789AD9F}" type="pres">
      <dgm:prSet presAssocID="{3BCDAC46-8FE9-4799-BD78-3BC3A27FD3E7}" presName="nodeText" presStyleLbl="alignAccFollowNode1" presStyleIdx="17" presStyleCnt="18">
        <dgm:presLayoutVars>
          <dgm:bulletEnabled val="1"/>
        </dgm:presLayoutVars>
      </dgm:prSet>
      <dgm:spPr/>
    </dgm:pt>
  </dgm:ptLst>
  <dgm:cxnLst>
    <dgm:cxn modelId="{C89F4629-EDCD-6A4A-88A8-4672367147D2}" type="presOf" srcId="{73AA8844-C5D1-4CED-A0F3-B1D9FE125D7F}" destId="{332C6870-3F5A-4344-90C8-EB93ECA8CA5E}" srcOrd="0" destOrd="0" presId="urn:microsoft.com/office/officeart/2016/7/layout/LinearArrowProcessNumbered"/>
    <dgm:cxn modelId="{DBB96F29-D69D-42AF-8D98-D28A842A33D6}" srcId="{F015748D-06FF-40E4-A52A-FD0B3A17A026}" destId="{6FFC9F51-59D4-40FF-BEDB-0F3E8DD8CC6A}" srcOrd="1" destOrd="0" parTransId="{6A5B579C-C4F6-43B1-98A8-D8A73A210AC0}" sibTransId="{3B9F1F34-B9D9-4514-BECA-9277102CD95A}"/>
    <dgm:cxn modelId="{932D6051-E979-BA48-ACF4-0609166605CA}" type="presOf" srcId="{C6797D3A-60A6-4701-AE94-46DD0B9852B8}" destId="{2054E1CD-10C1-CB4F-8A67-2697886A7787}" srcOrd="0" destOrd="0" presId="urn:microsoft.com/office/officeart/2016/7/layout/LinearArrowProcessNumbered"/>
    <dgm:cxn modelId="{974E4B5B-0C4D-4FC6-98D2-FBB9C9AF986B}" srcId="{F015748D-06FF-40E4-A52A-FD0B3A17A026}" destId="{3BCDAC46-8FE9-4799-BD78-3BC3A27FD3E7}" srcOrd="5" destOrd="0" parTransId="{33C20788-6DC1-48D0-A0DF-A07C7BC612C7}" sibTransId="{B35E177D-8E75-487F-85A9-BD3EEE512EA5}"/>
    <dgm:cxn modelId="{1B68845F-3D09-8341-B6CD-33C390E85A16}" type="presOf" srcId="{60ADBBC0-4D80-4682-8A55-7CBA6BF1521B}" destId="{E10062C0-9E70-9743-BAE6-D5C0CC224D64}" srcOrd="0" destOrd="0" presId="urn:microsoft.com/office/officeart/2016/7/layout/LinearArrowProcessNumbered"/>
    <dgm:cxn modelId="{66955569-0FC4-734E-948D-B715F9353BDD}" type="presOf" srcId="{E8F921C8-2972-4C5A-B200-F1EF9CEC50E4}" destId="{4C00A8C5-E49A-EA43-9D92-059244CD56FA}" srcOrd="0" destOrd="0" presId="urn:microsoft.com/office/officeart/2016/7/layout/LinearArrowProcessNumbered"/>
    <dgm:cxn modelId="{A19FEC7B-904B-5B40-9D58-D3B313EF311B}" type="presOf" srcId="{B35E177D-8E75-487F-85A9-BD3EEE512EA5}" destId="{CD4DE696-80CF-8642-B791-D450242CB2AC}" srcOrd="0" destOrd="0" presId="urn:microsoft.com/office/officeart/2016/7/layout/LinearArrowProcessNumbered"/>
    <dgm:cxn modelId="{40C9287E-4F13-44F3-95B1-B5E560546274}" srcId="{F015748D-06FF-40E4-A52A-FD0B3A17A026}" destId="{E8F921C8-2972-4C5A-B200-F1EF9CEC50E4}" srcOrd="0" destOrd="0" parTransId="{14C199F6-2F07-4DAD-ADC1-D629A11C1A10}" sibTransId="{FF490A8C-CF1A-40AC-A118-615969EF682E}"/>
    <dgm:cxn modelId="{EE225F83-BE06-7D47-BF64-49B4A0AA3181}" type="presOf" srcId="{7E23199A-677E-431E-B624-CC452EC7EC80}" destId="{98167454-120B-754B-983E-AF7F46E91F57}" srcOrd="0" destOrd="0" presId="urn:microsoft.com/office/officeart/2016/7/layout/LinearArrowProcessNumbered"/>
    <dgm:cxn modelId="{F001C494-D426-D14B-805A-7C4368CF014B}" type="presOf" srcId="{6FFC9F51-59D4-40FF-BEDB-0F3E8DD8CC6A}" destId="{C0FA8128-69DB-3F42-BCCA-4F97244AD98A}" srcOrd="0" destOrd="0" presId="urn:microsoft.com/office/officeart/2016/7/layout/LinearArrowProcessNumbered"/>
    <dgm:cxn modelId="{AE37C99D-D913-4BFD-A2F1-18A534A54CA8}" srcId="{F015748D-06FF-40E4-A52A-FD0B3A17A026}" destId="{2E1D9186-2D43-4BA7-8956-F82AB0651416}" srcOrd="2" destOrd="0" parTransId="{4ED4F894-3330-4A3F-B4FE-7D0371824A85}" sibTransId="{C6797D3A-60A6-4701-AE94-46DD0B9852B8}"/>
    <dgm:cxn modelId="{E8FF72AE-F379-2446-90BE-295830315652}" type="presOf" srcId="{F015748D-06FF-40E4-A52A-FD0B3A17A026}" destId="{DFA80772-B2E6-3B42-BE0C-84BD71530D1D}" srcOrd="0" destOrd="0" presId="urn:microsoft.com/office/officeart/2016/7/layout/LinearArrowProcessNumbered"/>
    <dgm:cxn modelId="{B19131C5-774D-724E-AF58-B6EAC3178C67}" type="presOf" srcId="{CE11FE7F-16D2-492E-BAB5-368A5C22B12E}" destId="{06E95EA2-7535-3245-BC63-5163570CE7CF}" srcOrd="0" destOrd="0" presId="urn:microsoft.com/office/officeart/2016/7/layout/LinearArrowProcessNumbered"/>
    <dgm:cxn modelId="{18C83ED5-2362-4E77-9DC1-BCB30420297A}" srcId="{F015748D-06FF-40E4-A52A-FD0B3A17A026}" destId="{73AA8844-C5D1-4CED-A0F3-B1D9FE125D7F}" srcOrd="4" destOrd="0" parTransId="{3B5674AA-AF50-4976-9936-9847DF96629D}" sibTransId="{60ADBBC0-4D80-4682-8A55-7CBA6BF1521B}"/>
    <dgm:cxn modelId="{85D407D6-D3A4-D145-8A4A-8C74B3AE4FCA}" type="presOf" srcId="{3BCDAC46-8FE9-4799-BD78-3BC3A27FD3E7}" destId="{5E7A2721-CC3C-9445-82FD-E7EAB789AD9F}" srcOrd="0" destOrd="0" presId="urn:microsoft.com/office/officeart/2016/7/layout/LinearArrowProcessNumbered"/>
    <dgm:cxn modelId="{AD1900E1-1F4D-D44B-A8FF-8586B29D62AB}" type="presOf" srcId="{2E1D9186-2D43-4BA7-8956-F82AB0651416}" destId="{5ADB84BC-EA12-CB45-8769-5391F5E3D266}" srcOrd="0" destOrd="0" presId="urn:microsoft.com/office/officeart/2016/7/layout/LinearArrowProcessNumbered"/>
    <dgm:cxn modelId="{9E1454EC-93DB-4AA1-8005-D50FD125C15A}" srcId="{F015748D-06FF-40E4-A52A-FD0B3A17A026}" destId="{7E23199A-677E-431E-B624-CC452EC7EC80}" srcOrd="3" destOrd="0" parTransId="{349B6ABB-E580-4C2A-AC6D-4326235AC187}" sibTransId="{CE11FE7F-16D2-492E-BAB5-368A5C22B12E}"/>
    <dgm:cxn modelId="{6A15F8F4-FAD0-C24E-927E-590A029796BB}" type="presOf" srcId="{FF490A8C-CF1A-40AC-A118-615969EF682E}" destId="{2AE2B081-A765-3F47-8175-EAA21EEEC116}" srcOrd="0" destOrd="0" presId="urn:microsoft.com/office/officeart/2016/7/layout/LinearArrowProcessNumbered"/>
    <dgm:cxn modelId="{641F2EFB-5A40-684F-97B4-0949D6EA4831}" type="presOf" srcId="{3B9F1F34-B9D9-4514-BECA-9277102CD95A}" destId="{F728BB6A-CA48-1844-8DB9-D8FC24155938}" srcOrd="0" destOrd="0" presId="urn:microsoft.com/office/officeart/2016/7/layout/LinearArrowProcessNumbered"/>
    <dgm:cxn modelId="{6E20A439-D8E8-7C49-9919-DEC4B627365E}" type="presParOf" srcId="{DFA80772-B2E6-3B42-BE0C-84BD71530D1D}" destId="{866EB12A-E4F3-B44E-95CA-223866927209}" srcOrd="0" destOrd="0" presId="urn:microsoft.com/office/officeart/2016/7/layout/LinearArrowProcessNumbered"/>
    <dgm:cxn modelId="{0555B25D-9315-7B42-BBF1-EF95A35E5343}" type="presParOf" srcId="{866EB12A-E4F3-B44E-95CA-223866927209}" destId="{B2A94FB0-6989-E742-87A9-3A79E4DCD088}" srcOrd="0" destOrd="0" presId="urn:microsoft.com/office/officeart/2016/7/layout/LinearArrowProcessNumbered"/>
    <dgm:cxn modelId="{326948EF-9882-7940-91A2-A64784D8CD38}" type="presParOf" srcId="{866EB12A-E4F3-B44E-95CA-223866927209}" destId="{95E36E46-DA14-3B4D-B502-70D94992C918}" srcOrd="1" destOrd="0" presId="urn:microsoft.com/office/officeart/2016/7/layout/LinearArrowProcessNumbered"/>
    <dgm:cxn modelId="{876C2F64-5846-CF40-88C8-E148CD18CE19}" type="presParOf" srcId="{95E36E46-DA14-3B4D-B502-70D94992C918}" destId="{7000A2A0-958B-B744-A2A4-5B59465989C4}" srcOrd="0" destOrd="0" presId="urn:microsoft.com/office/officeart/2016/7/layout/LinearArrowProcessNumbered"/>
    <dgm:cxn modelId="{517E45F0-4A2D-B647-AAD5-39FC23524BC9}" type="presParOf" srcId="{95E36E46-DA14-3B4D-B502-70D94992C918}" destId="{F4CFE92C-75AB-454D-9FE8-28CB0BB2E011}" srcOrd="1" destOrd="0" presId="urn:microsoft.com/office/officeart/2016/7/layout/LinearArrowProcessNumbered"/>
    <dgm:cxn modelId="{1EEDDEDA-8B01-2A43-B7F8-2F2871233191}" type="presParOf" srcId="{95E36E46-DA14-3B4D-B502-70D94992C918}" destId="{2AE2B081-A765-3F47-8175-EAA21EEEC116}" srcOrd="2" destOrd="0" presId="urn:microsoft.com/office/officeart/2016/7/layout/LinearArrowProcessNumbered"/>
    <dgm:cxn modelId="{BF8C9054-1342-5243-867B-11804188614A}" type="presParOf" srcId="{95E36E46-DA14-3B4D-B502-70D94992C918}" destId="{F28C6D53-AAF8-D044-B547-271D346EC702}" srcOrd="3" destOrd="0" presId="urn:microsoft.com/office/officeart/2016/7/layout/LinearArrowProcessNumbered"/>
    <dgm:cxn modelId="{61CF0EA4-A3BD-BF42-90EE-C073EC4E497B}" type="presParOf" srcId="{866EB12A-E4F3-B44E-95CA-223866927209}" destId="{4C00A8C5-E49A-EA43-9D92-059244CD56FA}" srcOrd="2" destOrd="0" presId="urn:microsoft.com/office/officeart/2016/7/layout/LinearArrowProcessNumbered"/>
    <dgm:cxn modelId="{F6300FA9-A16E-5245-A1CE-B0862FB28558}" type="presParOf" srcId="{DFA80772-B2E6-3B42-BE0C-84BD71530D1D}" destId="{B1800E8C-5056-7D40-A93B-00184ABB26D1}" srcOrd="1" destOrd="0" presId="urn:microsoft.com/office/officeart/2016/7/layout/LinearArrowProcessNumbered"/>
    <dgm:cxn modelId="{740CE4C1-D91D-4240-B304-7CDEF52B0BC9}" type="presParOf" srcId="{DFA80772-B2E6-3B42-BE0C-84BD71530D1D}" destId="{E70E7B1A-605B-AE40-8DF9-ABA05E20D24F}" srcOrd="2" destOrd="0" presId="urn:microsoft.com/office/officeart/2016/7/layout/LinearArrowProcessNumbered"/>
    <dgm:cxn modelId="{3525CF4F-2002-2E48-9956-2C0F17CA8EB5}" type="presParOf" srcId="{E70E7B1A-605B-AE40-8DF9-ABA05E20D24F}" destId="{28A76091-D76B-BC4B-8E2C-FDB0345A7A22}" srcOrd="0" destOrd="0" presId="urn:microsoft.com/office/officeart/2016/7/layout/LinearArrowProcessNumbered"/>
    <dgm:cxn modelId="{C34C7275-D428-B148-9205-1921CF3E2144}" type="presParOf" srcId="{E70E7B1A-605B-AE40-8DF9-ABA05E20D24F}" destId="{CF7697A1-677B-0146-B4BB-80F0989EB4B1}" srcOrd="1" destOrd="0" presId="urn:microsoft.com/office/officeart/2016/7/layout/LinearArrowProcessNumbered"/>
    <dgm:cxn modelId="{B2D8AA47-67AE-DA46-B265-4BE618AF1D22}" type="presParOf" srcId="{CF7697A1-677B-0146-B4BB-80F0989EB4B1}" destId="{25F167AF-6E72-D548-A060-CA4C441A2E0F}" srcOrd="0" destOrd="0" presId="urn:microsoft.com/office/officeart/2016/7/layout/LinearArrowProcessNumbered"/>
    <dgm:cxn modelId="{62942E1C-73C9-AA4E-84AF-98A6E50736C0}" type="presParOf" srcId="{CF7697A1-677B-0146-B4BB-80F0989EB4B1}" destId="{5885770F-213B-D349-BC01-22008C21D1C7}" srcOrd="1" destOrd="0" presId="urn:microsoft.com/office/officeart/2016/7/layout/LinearArrowProcessNumbered"/>
    <dgm:cxn modelId="{9C87807F-02B3-4441-84D5-9A00DEE69742}" type="presParOf" srcId="{CF7697A1-677B-0146-B4BB-80F0989EB4B1}" destId="{F728BB6A-CA48-1844-8DB9-D8FC24155938}" srcOrd="2" destOrd="0" presId="urn:microsoft.com/office/officeart/2016/7/layout/LinearArrowProcessNumbered"/>
    <dgm:cxn modelId="{1407EF34-A875-5E47-83C7-83AB8A71DEA4}" type="presParOf" srcId="{CF7697A1-677B-0146-B4BB-80F0989EB4B1}" destId="{371206E8-687C-8E4B-BF4C-F4A46E8D6F3C}" srcOrd="3" destOrd="0" presId="urn:microsoft.com/office/officeart/2016/7/layout/LinearArrowProcessNumbered"/>
    <dgm:cxn modelId="{95F9D5FD-F5D2-DE4F-93AE-802497BC0BE6}" type="presParOf" srcId="{E70E7B1A-605B-AE40-8DF9-ABA05E20D24F}" destId="{C0FA8128-69DB-3F42-BCCA-4F97244AD98A}" srcOrd="2" destOrd="0" presId="urn:microsoft.com/office/officeart/2016/7/layout/LinearArrowProcessNumbered"/>
    <dgm:cxn modelId="{4C1B491F-73C7-2145-B88E-7117B350569B}" type="presParOf" srcId="{DFA80772-B2E6-3B42-BE0C-84BD71530D1D}" destId="{DC33B950-48A8-9446-B513-069531EB6459}" srcOrd="3" destOrd="0" presId="urn:microsoft.com/office/officeart/2016/7/layout/LinearArrowProcessNumbered"/>
    <dgm:cxn modelId="{7241F654-DB5C-4A49-9B24-14FFB88DD2BC}" type="presParOf" srcId="{DFA80772-B2E6-3B42-BE0C-84BD71530D1D}" destId="{99381DBF-E0B4-D94C-A4D8-5F32578FB8D1}" srcOrd="4" destOrd="0" presId="urn:microsoft.com/office/officeart/2016/7/layout/LinearArrowProcessNumbered"/>
    <dgm:cxn modelId="{B07C77DF-C6F6-D145-980D-9CB4F4F70DAD}" type="presParOf" srcId="{99381DBF-E0B4-D94C-A4D8-5F32578FB8D1}" destId="{55A7EC47-CF39-374E-B09F-335206B9CE23}" srcOrd="0" destOrd="0" presId="urn:microsoft.com/office/officeart/2016/7/layout/LinearArrowProcessNumbered"/>
    <dgm:cxn modelId="{F9E5C7E1-6876-F14D-A829-A34CB4099C10}" type="presParOf" srcId="{99381DBF-E0B4-D94C-A4D8-5F32578FB8D1}" destId="{5862732A-10AB-D84D-8234-AE00D2D98A4F}" srcOrd="1" destOrd="0" presId="urn:microsoft.com/office/officeart/2016/7/layout/LinearArrowProcessNumbered"/>
    <dgm:cxn modelId="{A76A0EDB-5357-8342-92EF-783ABDE166C9}" type="presParOf" srcId="{5862732A-10AB-D84D-8234-AE00D2D98A4F}" destId="{6BA30B4E-A9C0-3C44-9CEA-9A8A62DD7910}" srcOrd="0" destOrd="0" presId="urn:microsoft.com/office/officeart/2016/7/layout/LinearArrowProcessNumbered"/>
    <dgm:cxn modelId="{CE27B8D9-AF29-E142-8C09-AB039DE0B30D}" type="presParOf" srcId="{5862732A-10AB-D84D-8234-AE00D2D98A4F}" destId="{FB80DC7D-3B49-4346-BB3B-48E8A34BA276}" srcOrd="1" destOrd="0" presId="urn:microsoft.com/office/officeart/2016/7/layout/LinearArrowProcessNumbered"/>
    <dgm:cxn modelId="{2F94C116-D47A-0942-9E31-7200D89A5553}" type="presParOf" srcId="{5862732A-10AB-D84D-8234-AE00D2D98A4F}" destId="{2054E1CD-10C1-CB4F-8A67-2697886A7787}" srcOrd="2" destOrd="0" presId="urn:microsoft.com/office/officeart/2016/7/layout/LinearArrowProcessNumbered"/>
    <dgm:cxn modelId="{52DC6920-0D56-1841-ADBD-A2BFCA43B176}" type="presParOf" srcId="{5862732A-10AB-D84D-8234-AE00D2D98A4F}" destId="{7ECDDBB3-9CC9-7744-833D-8091C5D6AE91}" srcOrd="3" destOrd="0" presId="urn:microsoft.com/office/officeart/2016/7/layout/LinearArrowProcessNumbered"/>
    <dgm:cxn modelId="{8DA64BA3-A0FD-B542-B5DE-34F7303349D7}" type="presParOf" srcId="{99381DBF-E0B4-D94C-A4D8-5F32578FB8D1}" destId="{5ADB84BC-EA12-CB45-8769-5391F5E3D266}" srcOrd="2" destOrd="0" presId="urn:microsoft.com/office/officeart/2016/7/layout/LinearArrowProcessNumbered"/>
    <dgm:cxn modelId="{93A4AA29-6209-D64D-B1F6-38022444C11A}" type="presParOf" srcId="{DFA80772-B2E6-3B42-BE0C-84BD71530D1D}" destId="{FCF62524-45FF-9C4D-B7E8-35987A44F676}" srcOrd="5" destOrd="0" presId="urn:microsoft.com/office/officeart/2016/7/layout/LinearArrowProcessNumbered"/>
    <dgm:cxn modelId="{0965E532-721F-7E49-ADD8-8485BEE665B5}" type="presParOf" srcId="{DFA80772-B2E6-3B42-BE0C-84BD71530D1D}" destId="{2095F9D3-9E97-114E-9B69-F4C69113AF41}" srcOrd="6" destOrd="0" presId="urn:microsoft.com/office/officeart/2016/7/layout/LinearArrowProcessNumbered"/>
    <dgm:cxn modelId="{1615CBEE-72C5-E44B-B220-6D671630151F}" type="presParOf" srcId="{2095F9D3-9E97-114E-9B69-F4C69113AF41}" destId="{BD6EB3FB-EE14-1242-8184-4F7E62B23C99}" srcOrd="0" destOrd="0" presId="urn:microsoft.com/office/officeart/2016/7/layout/LinearArrowProcessNumbered"/>
    <dgm:cxn modelId="{1FBCE2C8-6533-EA4F-92D6-6A641A6EE35C}" type="presParOf" srcId="{2095F9D3-9E97-114E-9B69-F4C69113AF41}" destId="{5FB0454F-76A9-EC4F-8EC8-04B328A48B8E}" srcOrd="1" destOrd="0" presId="urn:microsoft.com/office/officeart/2016/7/layout/LinearArrowProcessNumbered"/>
    <dgm:cxn modelId="{8AD243D1-C447-D243-990F-5FA8CE24D12A}" type="presParOf" srcId="{5FB0454F-76A9-EC4F-8EC8-04B328A48B8E}" destId="{63CCE0E0-D7AF-8348-9509-0D7A916DA020}" srcOrd="0" destOrd="0" presId="urn:microsoft.com/office/officeart/2016/7/layout/LinearArrowProcessNumbered"/>
    <dgm:cxn modelId="{0FA22700-E914-6F49-A2CC-B3822F849A04}" type="presParOf" srcId="{5FB0454F-76A9-EC4F-8EC8-04B328A48B8E}" destId="{9D239316-1476-5F4B-98FD-FB670634E7B2}" srcOrd="1" destOrd="0" presId="urn:microsoft.com/office/officeart/2016/7/layout/LinearArrowProcessNumbered"/>
    <dgm:cxn modelId="{D59C77AC-7315-3F4B-B201-C964DACF534E}" type="presParOf" srcId="{5FB0454F-76A9-EC4F-8EC8-04B328A48B8E}" destId="{06E95EA2-7535-3245-BC63-5163570CE7CF}" srcOrd="2" destOrd="0" presId="urn:microsoft.com/office/officeart/2016/7/layout/LinearArrowProcessNumbered"/>
    <dgm:cxn modelId="{5C1A27F7-B4B9-A349-90CE-7C1D39E665CB}" type="presParOf" srcId="{5FB0454F-76A9-EC4F-8EC8-04B328A48B8E}" destId="{34199E36-785B-8741-8D2C-B9AFBD1D2DD0}" srcOrd="3" destOrd="0" presId="urn:microsoft.com/office/officeart/2016/7/layout/LinearArrowProcessNumbered"/>
    <dgm:cxn modelId="{C0601F1C-8F4E-5F46-A4A8-202F525ADB30}" type="presParOf" srcId="{2095F9D3-9E97-114E-9B69-F4C69113AF41}" destId="{98167454-120B-754B-983E-AF7F46E91F57}" srcOrd="2" destOrd="0" presId="urn:microsoft.com/office/officeart/2016/7/layout/LinearArrowProcessNumbered"/>
    <dgm:cxn modelId="{F512CBC8-AE06-614F-A177-5E63606A23F3}" type="presParOf" srcId="{DFA80772-B2E6-3B42-BE0C-84BD71530D1D}" destId="{2EC9CCCB-A7DD-3348-B964-B166118E6B47}" srcOrd="7" destOrd="0" presId="urn:microsoft.com/office/officeart/2016/7/layout/LinearArrowProcessNumbered"/>
    <dgm:cxn modelId="{31D43B97-2F89-5D42-8D34-D4DE8C930001}" type="presParOf" srcId="{DFA80772-B2E6-3B42-BE0C-84BD71530D1D}" destId="{C6D254DF-31D8-CC40-B326-1C5BF1C27CD0}" srcOrd="8" destOrd="0" presId="urn:microsoft.com/office/officeart/2016/7/layout/LinearArrowProcessNumbered"/>
    <dgm:cxn modelId="{C7784F03-769F-AB4E-A584-42AED03D1D9B}" type="presParOf" srcId="{C6D254DF-31D8-CC40-B326-1C5BF1C27CD0}" destId="{05A0D612-1A46-C54A-A1A2-747860A7C6C0}" srcOrd="0" destOrd="0" presId="urn:microsoft.com/office/officeart/2016/7/layout/LinearArrowProcessNumbered"/>
    <dgm:cxn modelId="{7EAE6726-3EF6-954A-9F42-87F35E0DF32F}" type="presParOf" srcId="{C6D254DF-31D8-CC40-B326-1C5BF1C27CD0}" destId="{4F55DF3D-5FD8-0040-9F29-AFA43DA47C6F}" srcOrd="1" destOrd="0" presId="urn:microsoft.com/office/officeart/2016/7/layout/LinearArrowProcessNumbered"/>
    <dgm:cxn modelId="{FF706869-0955-1C42-BD2E-2323DF313AFA}" type="presParOf" srcId="{4F55DF3D-5FD8-0040-9F29-AFA43DA47C6F}" destId="{D7B6EF60-92F0-1045-A2DC-FED0F96496A5}" srcOrd="0" destOrd="0" presId="urn:microsoft.com/office/officeart/2016/7/layout/LinearArrowProcessNumbered"/>
    <dgm:cxn modelId="{D4F2D988-EDEA-DA4B-A0AB-65D837AFC6B0}" type="presParOf" srcId="{4F55DF3D-5FD8-0040-9F29-AFA43DA47C6F}" destId="{6406D264-4E04-5A4E-929E-E6EC7526256C}" srcOrd="1" destOrd="0" presId="urn:microsoft.com/office/officeart/2016/7/layout/LinearArrowProcessNumbered"/>
    <dgm:cxn modelId="{976DB3F5-B06D-A940-A5C2-705C3D5BFA5E}" type="presParOf" srcId="{4F55DF3D-5FD8-0040-9F29-AFA43DA47C6F}" destId="{E10062C0-9E70-9743-BAE6-D5C0CC224D64}" srcOrd="2" destOrd="0" presId="urn:microsoft.com/office/officeart/2016/7/layout/LinearArrowProcessNumbered"/>
    <dgm:cxn modelId="{5DA68438-64CB-8641-A9F1-9096869BB6B6}" type="presParOf" srcId="{4F55DF3D-5FD8-0040-9F29-AFA43DA47C6F}" destId="{7AB5AFAC-DE42-C548-9BA3-067BC3E07139}" srcOrd="3" destOrd="0" presId="urn:microsoft.com/office/officeart/2016/7/layout/LinearArrowProcessNumbered"/>
    <dgm:cxn modelId="{7A9F4AAE-21D3-3242-9431-34917617DA99}" type="presParOf" srcId="{C6D254DF-31D8-CC40-B326-1C5BF1C27CD0}" destId="{332C6870-3F5A-4344-90C8-EB93ECA8CA5E}" srcOrd="2" destOrd="0" presId="urn:microsoft.com/office/officeart/2016/7/layout/LinearArrowProcessNumbered"/>
    <dgm:cxn modelId="{BF6A71D8-93B3-AD48-AAA4-373A0F9AE486}" type="presParOf" srcId="{DFA80772-B2E6-3B42-BE0C-84BD71530D1D}" destId="{1A22A10F-9313-7643-97C7-35368FB049ED}" srcOrd="9" destOrd="0" presId="urn:microsoft.com/office/officeart/2016/7/layout/LinearArrowProcessNumbered"/>
    <dgm:cxn modelId="{2AD3ED20-538C-1E4C-AFC3-C9538CEB7B66}" type="presParOf" srcId="{DFA80772-B2E6-3B42-BE0C-84BD71530D1D}" destId="{118F0C28-BC6C-D149-8BBC-B6F3146CDB5E}" srcOrd="10" destOrd="0" presId="urn:microsoft.com/office/officeart/2016/7/layout/LinearArrowProcessNumbered"/>
    <dgm:cxn modelId="{F4525D68-53F7-2B43-9F5D-E4688495FC33}" type="presParOf" srcId="{118F0C28-BC6C-D149-8BBC-B6F3146CDB5E}" destId="{9405AE9E-DBAC-104B-AEB0-D5E8129AF8E9}" srcOrd="0" destOrd="0" presId="urn:microsoft.com/office/officeart/2016/7/layout/LinearArrowProcessNumbered"/>
    <dgm:cxn modelId="{FA621D0A-5385-CA49-A60F-1489AF340B2F}" type="presParOf" srcId="{118F0C28-BC6C-D149-8BBC-B6F3146CDB5E}" destId="{14F99B64-1D9E-8C4E-9000-2589526F48BE}" srcOrd="1" destOrd="0" presId="urn:microsoft.com/office/officeart/2016/7/layout/LinearArrowProcessNumbered"/>
    <dgm:cxn modelId="{FC23EC14-01BA-C24D-A0DB-5B99C0439483}" type="presParOf" srcId="{14F99B64-1D9E-8C4E-9000-2589526F48BE}" destId="{A09EAFEF-91EB-8E4A-8DDD-94CCD3A56F39}" srcOrd="0" destOrd="0" presId="urn:microsoft.com/office/officeart/2016/7/layout/LinearArrowProcessNumbered"/>
    <dgm:cxn modelId="{24A1CBBF-CD39-8C40-98D7-47A2979DFF69}" type="presParOf" srcId="{14F99B64-1D9E-8C4E-9000-2589526F48BE}" destId="{155566B7-CEEA-7842-8508-C4E689B1F550}" srcOrd="1" destOrd="0" presId="urn:microsoft.com/office/officeart/2016/7/layout/LinearArrowProcessNumbered"/>
    <dgm:cxn modelId="{1ECA42B7-403F-844E-87B8-4B522BAAF48E}" type="presParOf" srcId="{14F99B64-1D9E-8C4E-9000-2589526F48BE}" destId="{CD4DE696-80CF-8642-B791-D450242CB2AC}" srcOrd="2" destOrd="0" presId="urn:microsoft.com/office/officeart/2016/7/layout/LinearArrowProcessNumbered"/>
    <dgm:cxn modelId="{30A57354-49C9-4440-8C53-969B8589ABB1}" type="presParOf" srcId="{14F99B64-1D9E-8C4E-9000-2589526F48BE}" destId="{DADA5A90-13F1-D64D-BF41-7F387538746C}" srcOrd="3" destOrd="0" presId="urn:microsoft.com/office/officeart/2016/7/layout/LinearArrowProcessNumbered"/>
    <dgm:cxn modelId="{664304C6-5A44-1A47-8743-AD6D9890EB80}" type="presParOf" srcId="{118F0C28-BC6C-D149-8BBC-B6F3146CDB5E}" destId="{5E7A2721-CC3C-9445-82FD-E7EAB789AD9F}"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99A15C-ADE5-3445-B7DA-6CFCE1CF7597}">
      <dsp:nvSpPr>
        <dsp:cNvPr id="0" name=""/>
        <dsp:cNvSpPr/>
      </dsp:nvSpPr>
      <dsp:spPr>
        <a:xfrm>
          <a:off x="1244779" y="744"/>
          <a:ext cx="1951694" cy="117101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i="0" kern="1200"/>
            <a:t>Wildlife Researcher: Automatically capture images when motion is detected for animal monitoring without being present</a:t>
          </a:r>
          <a:endParaRPr lang="en-US" sz="1100" kern="1200"/>
        </a:p>
      </dsp:txBody>
      <dsp:txXfrm>
        <a:off x="1279077" y="35042"/>
        <a:ext cx="1883098" cy="1102420"/>
      </dsp:txXfrm>
    </dsp:sp>
    <dsp:sp modelId="{848EF376-BC79-3B48-B09B-757C9D6D3F9C}">
      <dsp:nvSpPr>
        <dsp:cNvPr id="0" name=""/>
        <dsp:cNvSpPr/>
      </dsp:nvSpPr>
      <dsp:spPr>
        <a:xfrm>
          <a:off x="3368223" y="344243"/>
          <a:ext cx="413759" cy="4840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368223" y="441047"/>
        <a:ext cx="289631" cy="290412"/>
      </dsp:txXfrm>
    </dsp:sp>
    <dsp:sp modelId="{BB519498-7C31-8345-BABC-8DF0AB2CDC8B}">
      <dsp:nvSpPr>
        <dsp:cNvPr id="0" name=""/>
        <dsp:cNvSpPr/>
      </dsp:nvSpPr>
      <dsp:spPr>
        <a:xfrm>
          <a:off x="3977151" y="744"/>
          <a:ext cx="1951694" cy="117101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b="0" i="0" kern="1200">
              <a:latin typeface="Century Gothic" panose="020B0502020202020204"/>
            </a:rPr>
            <a:t>Security Officer: Review images stored on SD card for incident investigation</a:t>
          </a:r>
          <a:endParaRPr lang="en-US" sz="1100" kern="1200"/>
        </a:p>
      </dsp:txBody>
      <dsp:txXfrm>
        <a:off x="4011449" y="35042"/>
        <a:ext cx="1883098" cy="1102420"/>
      </dsp:txXfrm>
    </dsp:sp>
    <dsp:sp modelId="{7F4877A8-0C09-DD43-8FD5-F4635D32982A}">
      <dsp:nvSpPr>
        <dsp:cNvPr id="0" name=""/>
        <dsp:cNvSpPr/>
      </dsp:nvSpPr>
      <dsp:spPr>
        <a:xfrm>
          <a:off x="6100595" y="344243"/>
          <a:ext cx="413759" cy="4840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6100595" y="441047"/>
        <a:ext cx="289631" cy="290412"/>
      </dsp:txXfrm>
    </dsp:sp>
    <dsp:sp modelId="{9358627B-3B7A-E24A-BFC1-013A94F5801B}">
      <dsp:nvSpPr>
        <dsp:cNvPr id="0" name=""/>
        <dsp:cNvSpPr/>
      </dsp:nvSpPr>
      <dsp:spPr>
        <a:xfrm>
          <a:off x="6709523" y="744"/>
          <a:ext cx="1951694" cy="117101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i="0" kern="1200"/>
            <a:t>Hobbyist: Adjust camera angle remotely using servo motor for different views without physically moving device</a:t>
          </a:r>
          <a:endParaRPr lang="en-US" sz="1100" kern="1200"/>
        </a:p>
      </dsp:txBody>
      <dsp:txXfrm>
        <a:off x="6743821" y="35042"/>
        <a:ext cx="1883098" cy="1102420"/>
      </dsp:txXfrm>
    </dsp:sp>
    <dsp:sp modelId="{47495B48-B140-7640-A722-525CDC27D97A}">
      <dsp:nvSpPr>
        <dsp:cNvPr id="0" name=""/>
        <dsp:cNvSpPr/>
      </dsp:nvSpPr>
      <dsp:spPr>
        <a:xfrm rot="5400000">
          <a:off x="7478491" y="1308380"/>
          <a:ext cx="413759" cy="4840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5400000">
        <a:off x="7540165" y="1343510"/>
        <a:ext cx="290412" cy="289631"/>
      </dsp:txXfrm>
    </dsp:sp>
    <dsp:sp modelId="{F3C1D626-7A86-DB4F-8E0B-7419D6A41239}">
      <dsp:nvSpPr>
        <dsp:cNvPr id="0" name=""/>
        <dsp:cNvSpPr/>
      </dsp:nvSpPr>
      <dsp:spPr>
        <a:xfrm>
          <a:off x="6709523" y="1952439"/>
          <a:ext cx="1951694" cy="117101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i="0" kern="1200"/>
            <a:t>System Administrator: Operate camera without </a:t>
          </a:r>
          <a:r>
            <a:rPr lang="en-US" sz="1100" b="0" i="0" kern="1200" err="1"/>
            <a:t>WiFi</a:t>
          </a:r>
          <a:r>
            <a:rPr lang="en-US" sz="1100" b="0" i="0" kern="1200"/>
            <a:t> for secure, tamper-resistant operation</a:t>
          </a:r>
          <a:endParaRPr lang="en-US" sz="1100" kern="1200"/>
        </a:p>
      </dsp:txBody>
      <dsp:txXfrm>
        <a:off x="6743821" y="1986737"/>
        <a:ext cx="1883098" cy="1102420"/>
      </dsp:txXfrm>
    </dsp:sp>
    <dsp:sp modelId="{C21A2B19-26CF-0741-9181-EADE32DBD3A7}">
      <dsp:nvSpPr>
        <dsp:cNvPr id="0" name=""/>
        <dsp:cNvSpPr/>
      </dsp:nvSpPr>
      <dsp:spPr>
        <a:xfrm rot="10800000">
          <a:off x="6124015" y="2295937"/>
          <a:ext cx="413759" cy="4840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6248143" y="2392741"/>
        <a:ext cx="289631" cy="290412"/>
      </dsp:txXfrm>
    </dsp:sp>
    <dsp:sp modelId="{CA727B92-202A-AA46-B40F-248AC2F81F7F}">
      <dsp:nvSpPr>
        <dsp:cNvPr id="0" name=""/>
        <dsp:cNvSpPr/>
      </dsp:nvSpPr>
      <dsp:spPr>
        <a:xfrm>
          <a:off x="3977151" y="1952439"/>
          <a:ext cx="1951694" cy="117101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0" i="0" kern="1200"/>
            <a:t>Field Technician: Use display to preview images and verify system status during setup</a:t>
          </a:r>
          <a:endParaRPr lang="en-US" sz="1100" kern="1200"/>
        </a:p>
      </dsp:txBody>
      <dsp:txXfrm>
        <a:off x="4011449" y="1986737"/>
        <a:ext cx="1883098" cy="1102420"/>
      </dsp:txXfrm>
    </dsp:sp>
    <dsp:sp modelId="{29900A55-EF20-5C45-821E-4EEDCF92D10B}">
      <dsp:nvSpPr>
        <dsp:cNvPr id="0" name=""/>
        <dsp:cNvSpPr/>
      </dsp:nvSpPr>
      <dsp:spPr>
        <a:xfrm rot="10800000">
          <a:off x="3391643" y="2295937"/>
          <a:ext cx="413759" cy="48402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3515771" y="2392741"/>
        <a:ext cx="289631" cy="290412"/>
      </dsp:txXfrm>
    </dsp:sp>
    <dsp:sp modelId="{7D123CAF-D864-C94F-A856-07BE572DB6E0}">
      <dsp:nvSpPr>
        <dsp:cNvPr id="0" name=""/>
        <dsp:cNvSpPr/>
      </dsp:nvSpPr>
      <dsp:spPr>
        <a:xfrm>
          <a:off x="1244779" y="1952439"/>
          <a:ext cx="1951694" cy="1171016"/>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rtl="0">
            <a:lnSpc>
              <a:spcPct val="90000"/>
            </a:lnSpc>
            <a:spcBef>
              <a:spcPct val="0"/>
            </a:spcBef>
            <a:spcAft>
              <a:spcPct val="35000"/>
            </a:spcAft>
            <a:buNone/>
          </a:pPr>
          <a:r>
            <a:rPr lang="en-US" sz="1100" kern="1200">
              <a:latin typeface="Century Gothic" panose="020B0502020202020204"/>
            </a:rPr>
            <a:t>Forensics Detective: UV imaging can reveal bruises that have recently faded and hidden fluids at crime scenes</a:t>
          </a:r>
          <a:endParaRPr lang="en-US" sz="1100" kern="1200"/>
        </a:p>
      </dsp:txBody>
      <dsp:txXfrm>
        <a:off x="1279077" y="1986737"/>
        <a:ext cx="1883098" cy="11024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4D5534-F0CB-A64C-B603-F1EB585A2A3F}">
      <dsp:nvSpPr>
        <dsp:cNvPr id="0" name=""/>
        <dsp:cNvSpPr/>
      </dsp:nvSpPr>
      <dsp:spPr>
        <a:xfrm>
          <a:off x="860849" y="1674"/>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Economic Constraints:</a:t>
          </a:r>
          <a:endParaRPr lang="en-US" sz="1200" kern="1200"/>
        </a:p>
      </dsp:txBody>
      <dsp:txXfrm>
        <a:off x="860849" y="1674"/>
        <a:ext cx="1903325" cy="1141995"/>
      </dsp:txXfrm>
    </dsp:sp>
    <dsp:sp modelId="{ADA1BFA3-6AD0-9044-86B3-A8C115BBBFB3}">
      <dsp:nvSpPr>
        <dsp:cNvPr id="0" name=""/>
        <dsp:cNvSpPr/>
      </dsp:nvSpPr>
      <dsp:spPr>
        <a:xfrm>
          <a:off x="2954507" y="1674"/>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Camera components are expensive</a:t>
          </a:r>
          <a:endParaRPr lang="en-US" sz="1200" kern="1200"/>
        </a:p>
      </dsp:txBody>
      <dsp:txXfrm>
        <a:off x="2954507" y="1674"/>
        <a:ext cx="1903325" cy="1141995"/>
      </dsp:txXfrm>
    </dsp:sp>
    <dsp:sp modelId="{41731580-99BF-E340-93DF-3EC0F8AB0BF3}">
      <dsp:nvSpPr>
        <dsp:cNvPr id="0" name=""/>
        <dsp:cNvSpPr/>
      </dsp:nvSpPr>
      <dsp:spPr>
        <a:xfrm>
          <a:off x="5048165" y="1674"/>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Addressing through mechanical department purchases and entrepreneurship center grant applications</a:t>
          </a:r>
          <a:endParaRPr lang="en-US" sz="1200" kern="1200"/>
        </a:p>
      </dsp:txBody>
      <dsp:txXfrm>
        <a:off x="5048165" y="1674"/>
        <a:ext cx="1903325" cy="1141995"/>
      </dsp:txXfrm>
    </dsp:sp>
    <dsp:sp modelId="{885D84DB-CE52-084D-8D67-5D736ACD259A}">
      <dsp:nvSpPr>
        <dsp:cNvPr id="0" name=""/>
        <dsp:cNvSpPr/>
      </dsp:nvSpPr>
      <dsp:spPr>
        <a:xfrm>
          <a:off x="7141823" y="1674"/>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Team member certified for 1819 operations to eliminate labor costs</a:t>
          </a:r>
          <a:endParaRPr lang="en-US" sz="1200" kern="1200"/>
        </a:p>
      </dsp:txBody>
      <dsp:txXfrm>
        <a:off x="7141823" y="1674"/>
        <a:ext cx="1903325" cy="1141995"/>
      </dsp:txXfrm>
    </dsp:sp>
    <dsp:sp modelId="{BF15318A-CA78-CB47-95AC-2A6F10231788}">
      <dsp:nvSpPr>
        <dsp:cNvPr id="0" name=""/>
        <dsp:cNvSpPr/>
      </dsp:nvSpPr>
      <dsp:spPr>
        <a:xfrm>
          <a:off x="860849" y="1334002"/>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Professional Constraints:</a:t>
          </a:r>
          <a:endParaRPr lang="en-US" sz="1200" kern="1200"/>
        </a:p>
      </dsp:txBody>
      <dsp:txXfrm>
        <a:off x="860849" y="1334002"/>
        <a:ext cx="1903325" cy="1141995"/>
      </dsp:txXfrm>
    </dsp:sp>
    <dsp:sp modelId="{FC001C34-CD09-E844-8BBE-F6F36D0D71A3}">
      <dsp:nvSpPr>
        <dsp:cNvPr id="0" name=""/>
        <dsp:cNvSpPr/>
      </dsp:nvSpPr>
      <dsp:spPr>
        <a:xfrm>
          <a:off x="2954507" y="1334002"/>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Limited time and scope of senior design program</a:t>
          </a:r>
          <a:endParaRPr lang="en-US" sz="1200" kern="1200"/>
        </a:p>
      </dsp:txBody>
      <dsp:txXfrm>
        <a:off x="2954507" y="1334002"/>
        <a:ext cx="1903325" cy="1141995"/>
      </dsp:txXfrm>
    </dsp:sp>
    <dsp:sp modelId="{5199AC07-0227-B14A-8EF4-F54E7827C7CD}">
      <dsp:nvSpPr>
        <dsp:cNvPr id="0" name=""/>
        <dsp:cNvSpPr/>
      </dsp:nvSpPr>
      <dsp:spPr>
        <a:xfrm>
          <a:off x="5048165" y="1334002"/>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Important portfolio piece showcasing skills for post-graduation careers</a:t>
          </a:r>
          <a:endParaRPr lang="en-US" sz="1200" kern="1200"/>
        </a:p>
      </dsp:txBody>
      <dsp:txXfrm>
        <a:off x="5048165" y="1334002"/>
        <a:ext cx="1903325" cy="1141995"/>
      </dsp:txXfrm>
    </dsp:sp>
    <dsp:sp modelId="{6D6C132B-60FC-AE49-9C9E-1AE0CC3B9798}">
      <dsp:nvSpPr>
        <dsp:cNvPr id="0" name=""/>
        <dsp:cNvSpPr/>
      </dsp:nvSpPr>
      <dsp:spPr>
        <a:xfrm>
          <a:off x="7141823" y="1334002"/>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Scalable design for post-graduation startup development</a:t>
          </a:r>
          <a:endParaRPr lang="en-US" sz="1200" kern="1200"/>
        </a:p>
      </dsp:txBody>
      <dsp:txXfrm>
        <a:off x="7141823" y="1334002"/>
        <a:ext cx="1903325" cy="1141995"/>
      </dsp:txXfrm>
    </dsp:sp>
    <dsp:sp modelId="{4A0226E3-08E3-664E-8927-C1B62D3710AA}">
      <dsp:nvSpPr>
        <dsp:cNvPr id="0" name=""/>
        <dsp:cNvSpPr/>
      </dsp:nvSpPr>
      <dsp:spPr>
        <a:xfrm>
          <a:off x="860849" y="2666330"/>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Market Constraints:</a:t>
          </a:r>
          <a:endParaRPr lang="en-US" sz="1200" kern="1200"/>
        </a:p>
      </dsp:txBody>
      <dsp:txXfrm>
        <a:off x="860849" y="2666330"/>
        <a:ext cx="1903325" cy="1141995"/>
      </dsp:txXfrm>
    </dsp:sp>
    <dsp:sp modelId="{E391B5C6-9882-7A48-918F-38C8332A0CE8}">
      <dsp:nvSpPr>
        <dsp:cNvPr id="0" name=""/>
        <dsp:cNvSpPr/>
      </dsp:nvSpPr>
      <dsp:spPr>
        <a:xfrm>
          <a:off x="2954507" y="2666330"/>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Niche product requiring targeted audience identification</a:t>
          </a:r>
          <a:endParaRPr lang="en-US" sz="1200" kern="1200"/>
        </a:p>
      </dsp:txBody>
      <dsp:txXfrm>
        <a:off x="2954507" y="2666330"/>
        <a:ext cx="1903325" cy="1141995"/>
      </dsp:txXfrm>
    </dsp:sp>
    <dsp:sp modelId="{EA623D43-56FF-1F4A-AF1E-A5D5E9450878}">
      <dsp:nvSpPr>
        <dsp:cNvPr id="0" name=""/>
        <dsp:cNvSpPr/>
      </dsp:nvSpPr>
      <dsp:spPr>
        <a:xfrm>
          <a:off x="5048165" y="2666330"/>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Conveying unique value proposition through user stories</a:t>
          </a:r>
          <a:endParaRPr lang="en-US" sz="1200" kern="1200"/>
        </a:p>
      </dsp:txBody>
      <dsp:txXfrm>
        <a:off x="5048165" y="2666330"/>
        <a:ext cx="1903325" cy="1141995"/>
      </dsp:txXfrm>
    </dsp:sp>
    <dsp:sp modelId="{0E14A5F8-DCD6-B443-81BF-F3EBA7FA8981}">
      <dsp:nvSpPr>
        <dsp:cNvPr id="0" name=""/>
        <dsp:cNvSpPr/>
      </dsp:nvSpPr>
      <dsp:spPr>
        <a:xfrm>
          <a:off x="7141823" y="2666330"/>
          <a:ext cx="1903325" cy="1141995"/>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0" i="0" kern="1200"/>
            <a:t>Differentiating from existing bulky lab equipment and consumer cameras</a:t>
          </a:r>
          <a:endParaRPr lang="en-US" sz="1200" kern="1200"/>
        </a:p>
      </dsp:txBody>
      <dsp:txXfrm>
        <a:off x="7141823" y="2666330"/>
        <a:ext cx="1903325" cy="11419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E03066-620D-E64D-8B38-0A9144692ECC}">
      <dsp:nvSpPr>
        <dsp:cNvPr id="0" name=""/>
        <dsp:cNvSpPr/>
      </dsp:nvSpPr>
      <dsp:spPr>
        <a:xfrm>
          <a:off x="0" y="381"/>
          <a:ext cx="9905998" cy="0"/>
        </a:xfrm>
        <a:prstGeom prst="line">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84000"/>
                <a:lumMod val="84000"/>
              </a:schemeClr>
            </a:gs>
          </a:gsLst>
          <a:lin ang="5400000" scaled="0"/>
        </a:gradFill>
        <a:ln w="9525" cap="rnd" cmpd="sng" algn="ctr">
          <a:solidFill>
            <a:schemeClr val="accent2">
              <a:hueOff val="0"/>
              <a:satOff val="0"/>
              <a:lumOff val="0"/>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A61DF705-0EBD-3540-A1ED-7E133F5D92C6}">
      <dsp:nvSpPr>
        <dsp:cNvPr id="0" name=""/>
        <dsp:cNvSpPr/>
      </dsp:nvSpPr>
      <dsp:spPr>
        <a:xfrm>
          <a:off x="0" y="381"/>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Completed:</a:t>
          </a:r>
          <a:endParaRPr lang="en-US" sz="1300" kern="1200"/>
        </a:p>
      </dsp:txBody>
      <dsp:txXfrm>
        <a:off x="0" y="381"/>
        <a:ext cx="9905998" cy="312343"/>
      </dsp:txXfrm>
    </dsp:sp>
    <dsp:sp modelId="{E1974EB5-0AD4-0A45-A3DB-EB81C7D457DC}">
      <dsp:nvSpPr>
        <dsp:cNvPr id="0" name=""/>
        <dsp:cNvSpPr/>
      </dsp:nvSpPr>
      <dsp:spPr>
        <a:xfrm>
          <a:off x="0" y="312725"/>
          <a:ext cx="9905998" cy="0"/>
        </a:xfrm>
        <a:prstGeom prst="line">
          <a:avLst/>
        </a:prstGeom>
        <a:gradFill rotWithShape="0">
          <a:gsLst>
            <a:gs pos="0">
              <a:schemeClr val="accent2">
                <a:hueOff val="-54542"/>
                <a:satOff val="4312"/>
                <a:lumOff val="-87"/>
                <a:alphaOff val="0"/>
                <a:tint val="96000"/>
                <a:lumMod val="104000"/>
              </a:schemeClr>
            </a:gs>
            <a:gs pos="100000">
              <a:schemeClr val="accent2">
                <a:hueOff val="-54542"/>
                <a:satOff val="4312"/>
                <a:lumOff val="-87"/>
                <a:alphaOff val="0"/>
                <a:shade val="84000"/>
                <a:lumMod val="84000"/>
              </a:schemeClr>
            </a:gs>
          </a:gsLst>
          <a:lin ang="5400000" scaled="0"/>
        </a:gradFill>
        <a:ln w="9525" cap="rnd" cmpd="sng" algn="ctr">
          <a:solidFill>
            <a:schemeClr val="accent2">
              <a:hueOff val="-54542"/>
              <a:satOff val="4312"/>
              <a:lumOff val="-87"/>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785823E3-A93E-AC41-8966-033EE961B531}">
      <dsp:nvSpPr>
        <dsp:cNvPr id="0" name=""/>
        <dsp:cNvSpPr/>
      </dsp:nvSpPr>
      <dsp:spPr>
        <a:xfrm>
          <a:off x="0" y="312725"/>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Planning &amp; Proposal phase (9/22 - 10/17/2025) ✓</a:t>
          </a:r>
          <a:endParaRPr lang="en-US" sz="1300" kern="1200"/>
        </a:p>
      </dsp:txBody>
      <dsp:txXfrm>
        <a:off x="0" y="312725"/>
        <a:ext cx="9905998" cy="312343"/>
      </dsp:txXfrm>
    </dsp:sp>
    <dsp:sp modelId="{DF98B9FE-419C-F44F-BED0-5E3681C7D87A}">
      <dsp:nvSpPr>
        <dsp:cNvPr id="0" name=""/>
        <dsp:cNvSpPr/>
      </dsp:nvSpPr>
      <dsp:spPr>
        <a:xfrm>
          <a:off x="0" y="625069"/>
          <a:ext cx="9905998" cy="0"/>
        </a:xfrm>
        <a:prstGeom prst="line">
          <a:avLst/>
        </a:prstGeom>
        <a:gradFill rotWithShape="0">
          <a:gsLst>
            <a:gs pos="0">
              <a:schemeClr val="accent2">
                <a:hueOff val="-109083"/>
                <a:satOff val="8625"/>
                <a:lumOff val="-174"/>
                <a:alphaOff val="0"/>
                <a:tint val="96000"/>
                <a:lumMod val="104000"/>
              </a:schemeClr>
            </a:gs>
            <a:gs pos="100000">
              <a:schemeClr val="accent2">
                <a:hueOff val="-109083"/>
                <a:satOff val="8625"/>
                <a:lumOff val="-174"/>
                <a:alphaOff val="0"/>
                <a:shade val="84000"/>
                <a:lumMod val="84000"/>
              </a:schemeClr>
            </a:gs>
          </a:gsLst>
          <a:lin ang="5400000" scaled="0"/>
        </a:gradFill>
        <a:ln w="9525" cap="rnd" cmpd="sng" algn="ctr">
          <a:solidFill>
            <a:schemeClr val="accent2">
              <a:hueOff val="-109083"/>
              <a:satOff val="8625"/>
              <a:lumOff val="-174"/>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47CC81E6-3086-6943-9CFE-632294C411CD}">
      <dsp:nvSpPr>
        <dsp:cNvPr id="0" name=""/>
        <dsp:cNvSpPr/>
      </dsp:nvSpPr>
      <dsp:spPr>
        <a:xfrm>
          <a:off x="0" y="625069"/>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Conceptual design for optics train and filter wheel ✓</a:t>
          </a:r>
          <a:endParaRPr lang="en-US" sz="1300" kern="1200"/>
        </a:p>
      </dsp:txBody>
      <dsp:txXfrm>
        <a:off x="0" y="625069"/>
        <a:ext cx="9905998" cy="312343"/>
      </dsp:txXfrm>
    </dsp:sp>
    <dsp:sp modelId="{F59D5332-285F-A842-BC07-2D0925F21D67}">
      <dsp:nvSpPr>
        <dsp:cNvPr id="0" name=""/>
        <dsp:cNvSpPr/>
      </dsp:nvSpPr>
      <dsp:spPr>
        <a:xfrm>
          <a:off x="0" y="937412"/>
          <a:ext cx="9905998" cy="0"/>
        </a:xfrm>
        <a:prstGeom prst="line">
          <a:avLst/>
        </a:prstGeom>
        <a:gradFill rotWithShape="0">
          <a:gsLst>
            <a:gs pos="0">
              <a:schemeClr val="accent2">
                <a:hueOff val="-163625"/>
                <a:satOff val="12937"/>
                <a:lumOff val="-261"/>
                <a:alphaOff val="0"/>
                <a:tint val="96000"/>
                <a:lumMod val="104000"/>
              </a:schemeClr>
            </a:gs>
            <a:gs pos="100000">
              <a:schemeClr val="accent2">
                <a:hueOff val="-163625"/>
                <a:satOff val="12937"/>
                <a:lumOff val="-261"/>
                <a:alphaOff val="0"/>
                <a:shade val="84000"/>
                <a:lumMod val="84000"/>
              </a:schemeClr>
            </a:gs>
          </a:gsLst>
          <a:lin ang="5400000" scaled="0"/>
        </a:gradFill>
        <a:ln w="9525" cap="rnd" cmpd="sng" algn="ctr">
          <a:solidFill>
            <a:schemeClr val="accent2">
              <a:hueOff val="-163625"/>
              <a:satOff val="12937"/>
              <a:lumOff val="-261"/>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E9AAE2F1-C11D-7E43-992B-E0283C628A4C}">
      <dsp:nvSpPr>
        <dsp:cNvPr id="0" name=""/>
        <dsp:cNvSpPr/>
      </dsp:nvSpPr>
      <dsp:spPr>
        <a:xfrm>
          <a:off x="0" y="937412"/>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Early CAD designs for structure and filter wheel ✓</a:t>
          </a:r>
          <a:endParaRPr lang="en-US" sz="1300" kern="1200"/>
        </a:p>
      </dsp:txBody>
      <dsp:txXfrm>
        <a:off x="0" y="937412"/>
        <a:ext cx="9905998" cy="312343"/>
      </dsp:txXfrm>
    </dsp:sp>
    <dsp:sp modelId="{859786AA-99B7-2246-AAA3-22F6F1719C23}">
      <dsp:nvSpPr>
        <dsp:cNvPr id="0" name=""/>
        <dsp:cNvSpPr/>
      </dsp:nvSpPr>
      <dsp:spPr>
        <a:xfrm>
          <a:off x="0" y="1249756"/>
          <a:ext cx="9905998" cy="0"/>
        </a:xfrm>
        <a:prstGeom prst="line">
          <a:avLst/>
        </a:prstGeom>
        <a:gradFill rotWithShape="0">
          <a:gsLst>
            <a:gs pos="0">
              <a:schemeClr val="accent2">
                <a:hueOff val="-218167"/>
                <a:satOff val="17250"/>
                <a:lumOff val="-348"/>
                <a:alphaOff val="0"/>
                <a:tint val="96000"/>
                <a:lumMod val="104000"/>
              </a:schemeClr>
            </a:gs>
            <a:gs pos="100000">
              <a:schemeClr val="accent2">
                <a:hueOff val="-218167"/>
                <a:satOff val="17250"/>
                <a:lumOff val="-348"/>
                <a:alphaOff val="0"/>
                <a:shade val="84000"/>
                <a:lumMod val="84000"/>
              </a:schemeClr>
            </a:gs>
          </a:gsLst>
          <a:lin ang="5400000" scaled="0"/>
        </a:gradFill>
        <a:ln w="9525" cap="rnd" cmpd="sng" algn="ctr">
          <a:solidFill>
            <a:schemeClr val="accent2">
              <a:hueOff val="-218167"/>
              <a:satOff val="17250"/>
              <a:lumOff val="-348"/>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9FA7B128-8892-2642-AF9B-E96EDBB6810B}">
      <dsp:nvSpPr>
        <dsp:cNvPr id="0" name=""/>
        <dsp:cNvSpPr/>
      </dsp:nvSpPr>
      <dsp:spPr>
        <a:xfrm>
          <a:off x="0" y="1249756"/>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Current Phase:</a:t>
          </a:r>
          <a:endParaRPr lang="en-US" sz="1300" kern="1200"/>
        </a:p>
      </dsp:txBody>
      <dsp:txXfrm>
        <a:off x="0" y="1249756"/>
        <a:ext cx="9905998" cy="312343"/>
      </dsp:txXfrm>
    </dsp:sp>
    <dsp:sp modelId="{D3F6DFDE-F6E0-DA49-81D9-0D6D52FB7F33}">
      <dsp:nvSpPr>
        <dsp:cNvPr id="0" name=""/>
        <dsp:cNvSpPr/>
      </dsp:nvSpPr>
      <dsp:spPr>
        <a:xfrm>
          <a:off x="0" y="1562100"/>
          <a:ext cx="9905998" cy="0"/>
        </a:xfrm>
        <a:prstGeom prst="line">
          <a:avLst/>
        </a:prstGeom>
        <a:gradFill rotWithShape="0">
          <a:gsLst>
            <a:gs pos="0">
              <a:schemeClr val="accent2">
                <a:hueOff val="-272708"/>
                <a:satOff val="21562"/>
                <a:lumOff val="-436"/>
                <a:alphaOff val="0"/>
                <a:tint val="96000"/>
                <a:lumMod val="104000"/>
              </a:schemeClr>
            </a:gs>
            <a:gs pos="100000">
              <a:schemeClr val="accent2">
                <a:hueOff val="-272708"/>
                <a:satOff val="21562"/>
                <a:lumOff val="-436"/>
                <a:alphaOff val="0"/>
                <a:shade val="84000"/>
                <a:lumMod val="84000"/>
              </a:schemeClr>
            </a:gs>
          </a:gsLst>
          <a:lin ang="5400000" scaled="0"/>
        </a:gradFill>
        <a:ln w="9525" cap="rnd" cmpd="sng" algn="ctr">
          <a:solidFill>
            <a:schemeClr val="accent2">
              <a:hueOff val="-272708"/>
              <a:satOff val="21562"/>
              <a:lumOff val="-436"/>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DD5D89A8-0D40-B744-B8FB-CCB1E315AB04}">
      <dsp:nvSpPr>
        <dsp:cNvPr id="0" name=""/>
        <dsp:cNvSpPr/>
      </dsp:nvSpPr>
      <dsp:spPr>
        <a:xfrm>
          <a:off x="0" y="1562100"/>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Design phase (10/18 - 12/19/2025)</a:t>
          </a:r>
          <a:endParaRPr lang="en-US" sz="1300" kern="1200"/>
        </a:p>
      </dsp:txBody>
      <dsp:txXfrm>
        <a:off x="0" y="1562100"/>
        <a:ext cx="9905998" cy="312343"/>
      </dsp:txXfrm>
    </dsp:sp>
    <dsp:sp modelId="{98536C1D-ACBD-674C-A3B6-A685BA7EBEAF}">
      <dsp:nvSpPr>
        <dsp:cNvPr id="0" name=""/>
        <dsp:cNvSpPr/>
      </dsp:nvSpPr>
      <dsp:spPr>
        <a:xfrm>
          <a:off x="0" y="1874444"/>
          <a:ext cx="9905998" cy="0"/>
        </a:xfrm>
        <a:prstGeom prst="line">
          <a:avLst/>
        </a:prstGeom>
        <a:gradFill rotWithShape="0">
          <a:gsLst>
            <a:gs pos="0">
              <a:schemeClr val="accent2">
                <a:hueOff val="-327250"/>
                <a:satOff val="25875"/>
                <a:lumOff val="-523"/>
                <a:alphaOff val="0"/>
                <a:tint val="96000"/>
                <a:lumMod val="104000"/>
              </a:schemeClr>
            </a:gs>
            <a:gs pos="100000">
              <a:schemeClr val="accent2">
                <a:hueOff val="-327250"/>
                <a:satOff val="25875"/>
                <a:lumOff val="-523"/>
                <a:alphaOff val="0"/>
                <a:shade val="84000"/>
                <a:lumMod val="84000"/>
              </a:schemeClr>
            </a:gs>
          </a:gsLst>
          <a:lin ang="5400000" scaled="0"/>
        </a:gradFill>
        <a:ln w="9525" cap="rnd" cmpd="sng" algn="ctr">
          <a:solidFill>
            <a:schemeClr val="accent2">
              <a:hueOff val="-327250"/>
              <a:satOff val="25875"/>
              <a:lumOff val="-523"/>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1973845B-6457-A14A-9657-ECDE5187B4E2}">
      <dsp:nvSpPr>
        <dsp:cNvPr id="0" name=""/>
        <dsp:cNvSpPr/>
      </dsp:nvSpPr>
      <dsp:spPr>
        <a:xfrm>
          <a:off x="0" y="1874444"/>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Refining filter wheel design</a:t>
          </a:r>
          <a:endParaRPr lang="en-US" sz="1300" kern="1200"/>
        </a:p>
      </dsp:txBody>
      <dsp:txXfrm>
        <a:off x="0" y="1874444"/>
        <a:ext cx="9905998" cy="312343"/>
      </dsp:txXfrm>
    </dsp:sp>
    <dsp:sp modelId="{B043616D-D841-ED4B-B288-C16EC22F266F}">
      <dsp:nvSpPr>
        <dsp:cNvPr id="0" name=""/>
        <dsp:cNvSpPr/>
      </dsp:nvSpPr>
      <dsp:spPr>
        <a:xfrm>
          <a:off x="0" y="2186788"/>
          <a:ext cx="9905998" cy="0"/>
        </a:xfrm>
        <a:prstGeom prst="line">
          <a:avLst/>
        </a:prstGeom>
        <a:gradFill rotWithShape="0">
          <a:gsLst>
            <a:gs pos="0">
              <a:schemeClr val="accent2">
                <a:hueOff val="-381792"/>
                <a:satOff val="30187"/>
                <a:lumOff val="-610"/>
                <a:alphaOff val="0"/>
                <a:tint val="96000"/>
                <a:lumMod val="104000"/>
              </a:schemeClr>
            </a:gs>
            <a:gs pos="100000">
              <a:schemeClr val="accent2">
                <a:hueOff val="-381792"/>
                <a:satOff val="30187"/>
                <a:lumOff val="-610"/>
                <a:alphaOff val="0"/>
                <a:shade val="84000"/>
                <a:lumMod val="84000"/>
              </a:schemeClr>
            </a:gs>
          </a:gsLst>
          <a:lin ang="5400000" scaled="0"/>
        </a:gradFill>
        <a:ln w="9525" cap="rnd" cmpd="sng" algn="ctr">
          <a:solidFill>
            <a:schemeClr val="accent2">
              <a:hueOff val="-381792"/>
              <a:satOff val="30187"/>
              <a:lumOff val="-610"/>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8677D367-8A8E-A448-B189-477C536040F6}">
      <dsp:nvSpPr>
        <dsp:cNvPr id="0" name=""/>
        <dsp:cNvSpPr/>
      </dsp:nvSpPr>
      <dsp:spPr>
        <a:xfrm>
          <a:off x="0" y="2186788"/>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Developing internal and external structure models</a:t>
          </a:r>
          <a:endParaRPr lang="en-US" sz="1300" kern="1200"/>
        </a:p>
      </dsp:txBody>
      <dsp:txXfrm>
        <a:off x="0" y="2186788"/>
        <a:ext cx="9905998" cy="312343"/>
      </dsp:txXfrm>
    </dsp:sp>
    <dsp:sp modelId="{D68C4436-2CB8-AC43-9806-40836070823E}">
      <dsp:nvSpPr>
        <dsp:cNvPr id="0" name=""/>
        <dsp:cNvSpPr/>
      </dsp:nvSpPr>
      <dsp:spPr>
        <a:xfrm>
          <a:off x="0" y="2499131"/>
          <a:ext cx="9905998" cy="0"/>
        </a:xfrm>
        <a:prstGeom prst="line">
          <a:avLst/>
        </a:prstGeom>
        <a:gradFill rotWithShape="0">
          <a:gsLst>
            <a:gs pos="0">
              <a:schemeClr val="accent2">
                <a:hueOff val="-436333"/>
                <a:satOff val="34500"/>
                <a:lumOff val="-697"/>
                <a:alphaOff val="0"/>
                <a:tint val="96000"/>
                <a:lumMod val="104000"/>
              </a:schemeClr>
            </a:gs>
            <a:gs pos="100000">
              <a:schemeClr val="accent2">
                <a:hueOff val="-436333"/>
                <a:satOff val="34500"/>
                <a:lumOff val="-697"/>
                <a:alphaOff val="0"/>
                <a:shade val="84000"/>
                <a:lumMod val="84000"/>
              </a:schemeClr>
            </a:gs>
          </a:gsLst>
          <a:lin ang="5400000" scaled="0"/>
        </a:gradFill>
        <a:ln w="9525" cap="rnd" cmpd="sng" algn="ctr">
          <a:solidFill>
            <a:schemeClr val="accent2">
              <a:hueOff val="-436333"/>
              <a:satOff val="34500"/>
              <a:lumOff val="-697"/>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F9BD4A94-C8B2-E548-B50B-671E3DCA991D}">
      <dsp:nvSpPr>
        <dsp:cNvPr id="0" name=""/>
        <dsp:cNvSpPr/>
      </dsp:nvSpPr>
      <dsp:spPr>
        <a:xfrm>
          <a:off x="0" y="2499131"/>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dirty="0"/>
            <a:t>Initial software setup (Raspberry Pi OS, Python libraries) </a:t>
          </a:r>
          <a:endParaRPr lang="en-US" sz="1300" kern="1200" dirty="0"/>
        </a:p>
      </dsp:txBody>
      <dsp:txXfrm>
        <a:off x="0" y="2499131"/>
        <a:ext cx="9905998" cy="312343"/>
      </dsp:txXfrm>
    </dsp:sp>
    <dsp:sp modelId="{256FA66C-A085-A84C-93B7-05E213AF45B1}">
      <dsp:nvSpPr>
        <dsp:cNvPr id="0" name=""/>
        <dsp:cNvSpPr/>
      </dsp:nvSpPr>
      <dsp:spPr>
        <a:xfrm>
          <a:off x="0" y="2811475"/>
          <a:ext cx="9905998" cy="0"/>
        </a:xfrm>
        <a:prstGeom prst="line">
          <a:avLst/>
        </a:prstGeom>
        <a:gradFill rotWithShape="0">
          <a:gsLst>
            <a:gs pos="0">
              <a:schemeClr val="accent2">
                <a:hueOff val="-490875"/>
                <a:satOff val="38812"/>
                <a:lumOff val="-784"/>
                <a:alphaOff val="0"/>
                <a:tint val="96000"/>
                <a:lumMod val="104000"/>
              </a:schemeClr>
            </a:gs>
            <a:gs pos="100000">
              <a:schemeClr val="accent2">
                <a:hueOff val="-490875"/>
                <a:satOff val="38812"/>
                <a:lumOff val="-784"/>
                <a:alphaOff val="0"/>
                <a:shade val="84000"/>
                <a:lumMod val="84000"/>
              </a:schemeClr>
            </a:gs>
          </a:gsLst>
          <a:lin ang="5400000" scaled="0"/>
        </a:gradFill>
        <a:ln w="9525" cap="rnd" cmpd="sng" algn="ctr">
          <a:solidFill>
            <a:schemeClr val="accent2">
              <a:hueOff val="-490875"/>
              <a:satOff val="38812"/>
              <a:lumOff val="-784"/>
              <a:alphaOff val="0"/>
            </a:schemeClr>
          </a:solidFill>
          <a:prstDash val="solid"/>
        </a:ln>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dsp:spPr>
      <dsp:style>
        <a:lnRef idx="1">
          <a:scrgbClr r="0" g="0" b="0"/>
        </a:lnRef>
        <a:fillRef idx="3">
          <a:scrgbClr r="0" g="0" b="0"/>
        </a:fillRef>
        <a:effectRef idx="3">
          <a:scrgbClr r="0" g="0" b="0"/>
        </a:effectRef>
        <a:fontRef idx="minor">
          <a:schemeClr val="lt1"/>
        </a:fontRef>
      </dsp:style>
    </dsp:sp>
    <dsp:sp modelId="{0F9B5773-F0F5-3848-A244-B1755A3929E8}">
      <dsp:nvSpPr>
        <dsp:cNvPr id="0" name=""/>
        <dsp:cNvSpPr/>
      </dsp:nvSpPr>
      <dsp:spPr>
        <a:xfrm>
          <a:off x="0" y="2811475"/>
          <a:ext cx="9905998" cy="312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0" i="0" kern="1200"/>
            <a:t>Initial hardware setup (Raspberry Pi, camera module, peripherals configured) </a:t>
          </a:r>
          <a:endParaRPr lang="en-US" sz="1300" kern="1200"/>
        </a:p>
      </dsp:txBody>
      <dsp:txXfrm>
        <a:off x="0" y="2811475"/>
        <a:ext cx="9905998" cy="3123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0A2A0-958B-B744-A2A4-5B59465989C4}">
      <dsp:nvSpPr>
        <dsp:cNvPr id="0" name=""/>
        <dsp:cNvSpPr/>
      </dsp:nvSpPr>
      <dsp:spPr>
        <a:xfrm>
          <a:off x="829530" y="496464"/>
          <a:ext cx="659754" cy="71"/>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4CFE92C-75AB-454D-9FE8-28CB0BB2E011}">
      <dsp:nvSpPr>
        <dsp:cNvPr id="0" name=""/>
        <dsp:cNvSpPr/>
      </dsp:nvSpPr>
      <dsp:spPr>
        <a:xfrm>
          <a:off x="1528870" y="441081"/>
          <a:ext cx="75871" cy="142506"/>
        </a:xfrm>
        <a:prstGeom prst="chevron">
          <a:avLst>
            <a:gd name="adj" fmla="val 9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AE2B081-A765-3F47-8175-EAA21EEEC116}">
      <dsp:nvSpPr>
        <dsp:cNvPr id="0" name=""/>
        <dsp:cNvSpPr/>
      </dsp:nvSpPr>
      <dsp:spPr>
        <a:xfrm>
          <a:off x="434008" y="183447"/>
          <a:ext cx="626105" cy="626105"/>
        </a:xfrm>
        <a:prstGeom prst="ellips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296" tIns="24296" rIns="24296" bIns="24296" numCol="1" spcCol="1270" anchor="ctr" anchorCtr="0">
          <a:noAutofit/>
        </a:bodyPr>
        <a:lstStyle/>
        <a:p>
          <a:pPr marL="0" lvl="0" indent="0" algn="ctr" defTabSz="1244600">
            <a:lnSpc>
              <a:spcPct val="90000"/>
            </a:lnSpc>
            <a:spcBef>
              <a:spcPct val="0"/>
            </a:spcBef>
            <a:spcAft>
              <a:spcPct val="35000"/>
            </a:spcAft>
            <a:buNone/>
          </a:pPr>
          <a:r>
            <a:rPr lang="en-US" sz="2800" kern="1200"/>
            <a:t>1</a:t>
          </a:r>
        </a:p>
      </dsp:txBody>
      <dsp:txXfrm>
        <a:off x="525699" y="275138"/>
        <a:ext cx="442723" cy="442723"/>
      </dsp:txXfrm>
    </dsp:sp>
    <dsp:sp modelId="{4C00A8C5-E49A-EA43-9D92-059244CD56FA}">
      <dsp:nvSpPr>
        <dsp:cNvPr id="0" name=""/>
        <dsp:cNvSpPr/>
      </dsp:nvSpPr>
      <dsp:spPr>
        <a:xfrm>
          <a:off x="4836" y="975153"/>
          <a:ext cx="1484448"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095" tIns="165100" rIns="117095" bIns="165100" numCol="1" spcCol="1270" anchor="t" anchorCtr="0">
          <a:noAutofit/>
        </a:bodyPr>
        <a:lstStyle/>
        <a:p>
          <a:pPr marL="0" lvl="0" indent="0" algn="l" defTabSz="488950">
            <a:lnSpc>
              <a:spcPct val="90000"/>
            </a:lnSpc>
            <a:spcBef>
              <a:spcPct val="0"/>
            </a:spcBef>
            <a:spcAft>
              <a:spcPct val="35000"/>
            </a:spcAft>
            <a:buNone/>
          </a:pPr>
          <a:r>
            <a:rPr lang="en-US" sz="1100" b="0" i="0" kern="1200"/>
            <a:t>Complete all CAD designs: structure, filter wheel, lens mount, internal/external shell</a:t>
          </a:r>
          <a:endParaRPr lang="en-US" sz="1100" kern="1200"/>
        </a:p>
      </dsp:txBody>
      <dsp:txXfrm>
        <a:off x="4836" y="1272043"/>
        <a:ext cx="1484448" cy="1668710"/>
      </dsp:txXfrm>
    </dsp:sp>
    <dsp:sp modelId="{25F167AF-6E72-D548-A060-CA4C441A2E0F}">
      <dsp:nvSpPr>
        <dsp:cNvPr id="0" name=""/>
        <dsp:cNvSpPr/>
      </dsp:nvSpPr>
      <dsp:spPr>
        <a:xfrm>
          <a:off x="1654224" y="496464"/>
          <a:ext cx="1484448" cy="71"/>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885770F-213B-D349-BC01-22008C21D1C7}">
      <dsp:nvSpPr>
        <dsp:cNvPr id="0" name=""/>
        <dsp:cNvSpPr/>
      </dsp:nvSpPr>
      <dsp:spPr>
        <a:xfrm>
          <a:off x="3178258" y="441081"/>
          <a:ext cx="75871" cy="142506"/>
        </a:xfrm>
        <a:prstGeom prst="chevron">
          <a:avLst>
            <a:gd name="adj" fmla="val 9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728BB6A-CA48-1844-8DB9-D8FC24155938}">
      <dsp:nvSpPr>
        <dsp:cNvPr id="0" name=""/>
        <dsp:cNvSpPr/>
      </dsp:nvSpPr>
      <dsp:spPr>
        <a:xfrm>
          <a:off x="2083395" y="183447"/>
          <a:ext cx="626105" cy="626105"/>
        </a:xfrm>
        <a:prstGeom prst="ellips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296" tIns="24296" rIns="24296" bIns="24296" numCol="1" spcCol="1270" anchor="ctr" anchorCtr="0">
          <a:noAutofit/>
        </a:bodyPr>
        <a:lstStyle/>
        <a:p>
          <a:pPr marL="0" lvl="0" indent="0" algn="ctr" defTabSz="1244600">
            <a:lnSpc>
              <a:spcPct val="90000"/>
            </a:lnSpc>
            <a:spcBef>
              <a:spcPct val="0"/>
            </a:spcBef>
            <a:spcAft>
              <a:spcPct val="35000"/>
            </a:spcAft>
            <a:buNone/>
          </a:pPr>
          <a:r>
            <a:rPr lang="en-US" sz="2800" kern="1200"/>
            <a:t>2</a:t>
          </a:r>
        </a:p>
      </dsp:txBody>
      <dsp:txXfrm>
        <a:off x="2175086" y="275138"/>
        <a:ext cx="442723" cy="442723"/>
      </dsp:txXfrm>
    </dsp:sp>
    <dsp:sp modelId="{C0FA8128-69DB-3F42-BCCA-4F97244AD98A}">
      <dsp:nvSpPr>
        <dsp:cNvPr id="0" name=""/>
        <dsp:cNvSpPr/>
      </dsp:nvSpPr>
      <dsp:spPr>
        <a:xfrm>
          <a:off x="1654224" y="975153"/>
          <a:ext cx="1484448"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095" tIns="165100" rIns="117095" bIns="165100" numCol="1" spcCol="1270" anchor="t" anchorCtr="0">
          <a:noAutofit/>
        </a:bodyPr>
        <a:lstStyle/>
        <a:p>
          <a:pPr marL="0" lvl="0" indent="0" algn="l" defTabSz="488950">
            <a:lnSpc>
              <a:spcPct val="90000"/>
            </a:lnSpc>
            <a:spcBef>
              <a:spcPct val="0"/>
            </a:spcBef>
            <a:spcAft>
              <a:spcPct val="35000"/>
            </a:spcAft>
            <a:buNone/>
          </a:pPr>
          <a:r>
            <a:rPr lang="en-US" sz="1100" b="0" i="0" kern="1200"/>
            <a:t>Prepare comprehensive parts list for procurement</a:t>
          </a:r>
          <a:endParaRPr lang="en-US" sz="1100" kern="1200"/>
        </a:p>
      </dsp:txBody>
      <dsp:txXfrm>
        <a:off x="1654224" y="1272043"/>
        <a:ext cx="1484448" cy="1668710"/>
      </dsp:txXfrm>
    </dsp:sp>
    <dsp:sp modelId="{6BA30B4E-A9C0-3C44-9CEA-9A8A62DD7910}">
      <dsp:nvSpPr>
        <dsp:cNvPr id="0" name=""/>
        <dsp:cNvSpPr/>
      </dsp:nvSpPr>
      <dsp:spPr>
        <a:xfrm>
          <a:off x="3303611" y="496464"/>
          <a:ext cx="1484448" cy="72"/>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80DC7D-3B49-4346-BB3B-48E8A34BA276}">
      <dsp:nvSpPr>
        <dsp:cNvPr id="0" name=""/>
        <dsp:cNvSpPr/>
      </dsp:nvSpPr>
      <dsp:spPr>
        <a:xfrm>
          <a:off x="4827645" y="441081"/>
          <a:ext cx="75871" cy="142507"/>
        </a:xfrm>
        <a:prstGeom prst="chevron">
          <a:avLst>
            <a:gd name="adj" fmla="val 9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54E1CD-10C1-CB4F-8A67-2697886A7787}">
      <dsp:nvSpPr>
        <dsp:cNvPr id="0" name=""/>
        <dsp:cNvSpPr/>
      </dsp:nvSpPr>
      <dsp:spPr>
        <a:xfrm>
          <a:off x="3732782" y="183447"/>
          <a:ext cx="626105" cy="626105"/>
        </a:xfrm>
        <a:prstGeom prst="ellips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296" tIns="24296" rIns="24296" bIns="24296" numCol="1" spcCol="1270" anchor="ctr" anchorCtr="0">
          <a:noAutofit/>
        </a:bodyPr>
        <a:lstStyle/>
        <a:p>
          <a:pPr marL="0" lvl="0" indent="0" algn="ctr" defTabSz="1244600">
            <a:lnSpc>
              <a:spcPct val="90000"/>
            </a:lnSpc>
            <a:spcBef>
              <a:spcPct val="0"/>
            </a:spcBef>
            <a:spcAft>
              <a:spcPct val="35000"/>
            </a:spcAft>
            <a:buNone/>
          </a:pPr>
          <a:r>
            <a:rPr lang="en-US" sz="2800" kern="1200"/>
            <a:t>3</a:t>
          </a:r>
        </a:p>
      </dsp:txBody>
      <dsp:txXfrm>
        <a:off x="3824473" y="275138"/>
        <a:ext cx="442723" cy="442723"/>
      </dsp:txXfrm>
    </dsp:sp>
    <dsp:sp modelId="{5ADB84BC-EA12-CB45-8769-5391F5E3D266}">
      <dsp:nvSpPr>
        <dsp:cNvPr id="0" name=""/>
        <dsp:cNvSpPr/>
      </dsp:nvSpPr>
      <dsp:spPr>
        <a:xfrm>
          <a:off x="3303611" y="975153"/>
          <a:ext cx="1484448"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095" tIns="165100" rIns="117095" bIns="165100" numCol="1" spcCol="1270" anchor="t" anchorCtr="0">
          <a:noAutofit/>
        </a:bodyPr>
        <a:lstStyle/>
        <a:p>
          <a:pPr marL="0" lvl="0" indent="0" algn="l" defTabSz="488950">
            <a:lnSpc>
              <a:spcPct val="90000"/>
            </a:lnSpc>
            <a:spcBef>
              <a:spcPct val="0"/>
            </a:spcBef>
            <a:spcAft>
              <a:spcPct val="35000"/>
            </a:spcAft>
            <a:buNone/>
          </a:pPr>
          <a:r>
            <a:rPr lang="en-US" sz="1100" b="0" i="0" kern="1200"/>
            <a:t>Initial software setup (Raspberry Pi OS, Python libraries)</a:t>
          </a:r>
          <a:endParaRPr lang="en-US" sz="1100" kern="1200"/>
        </a:p>
      </dsp:txBody>
      <dsp:txXfrm>
        <a:off x="3303611" y="1272043"/>
        <a:ext cx="1484448" cy="1668710"/>
      </dsp:txXfrm>
    </dsp:sp>
    <dsp:sp modelId="{63CCE0E0-D7AF-8348-9509-0D7A916DA020}">
      <dsp:nvSpPr>
        <dsp:cNvPr id="0" name=""/>
        <dsp:cNvSpPr/>
      </dsp:nvSpPr>
      <dsp:spPr>
        <a:xfrm>
          <a:off x="4952999" y="496464"/>
          <a:ext cx="1484448" cy="72"/>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D239316-1476-5F4B-98FD-FB670634E7B2}">
      <dsp:nvSpPr>
        <dsp:cNvPr id="0" name=""/>
        <dsp:cNvSpPr/>
      </dsp:nvSpPr>
      <dsp:spPr>
        <a:xfrm>
          <a:off x="6477032" y="441081"/>
          <a:ext cx="75871" cy="142507"/>
        </a:xfrm>
        <a:prstGeom prst="chevron">
          <a:avLst>
            <a:gd name="adj" fmla="val 9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E95EA2-7535-3245-BC63-5163570CE7CF}">
      <dsp:nvSpPr>
        <dsp:cNvPr id="0" name=""/>
        <dsp:cNvSpPr/>
      </dsp:nvSpPr>
      <dsp:spPr>
        <a:xfrm>
          <a:off x="5382170" y="183447"/>
          <a:ext cx="626105" cy="626105"/>
        </a:xfrm>
        <a:prstGeom prst="ellips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296" tIns="24296" rIns="24296" bIns="24296" numCol="1" spcCol="1270" anchor="ctr" anchorCtr="0">
          <a:noAutofit/>
        </a:bodyPr>
        <a:lstStyle/>
        <a:p>
          <a:pPr marL="0" lvl="0" indent="0" algn="ctr" defTabSz="1244600">
            <a:lnSpc>
              <a:spcPct val="90000"/>
            </a:lnSpc>
            <a:spcBef>
              <a:spcPct val="0"/>
            </a:spcBef>
            <a:spcAft>
              <a:spcPct val="35000"/>
            </a:spcAft>
            <a:buNone/>
          </a:pPr>
          <a:r>
            <a:rPr lang="en-US" sz="2800" kern="1200"/>
            <a:t>4</a:t>
          </a:r>
        </a:p>
      </dsp:txBody>
      <dsp:txXfrm>
        <a:off x="5473861" y="275138"/>
        <a:ext cx="442723" cy="442723"/>
      </dsp:txXfrm>
    </dsp:sp>
    <dsp:sp modelId="{98167454-120B-754B-983E-AF7F46E91F57}">
      <dsp:nvSpPr>
        <dsp:cNvPr id="0" name=""/>
        <dsp:cNvSpPr/>
      </dsp:nvSpPr>
      <dsp:spPr>
        <a:xfrm>
          <a:off x="4952999" y="975153"/>
          <a:ext cx="1484448"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095" tIns="165100" rIns="117095" bIns="165100" numCol="1" spcCol="1270" anchor="t" anchorCtr="0">
          <a:noAutofit/>
        </a:bodyPr>
        <a:lstStyle/>
        <a:p>
          <a:pPr marL="0" lvl="0" indent="0" algn="l" defTabSz="488950">
            <a:lnSpc>
              <a:spcPct val="90000"/>
            </a:lnSpc>
            <a:spcBef>
              <a:spcPct val="0"/>
            </a:spcBef>
            <a:spcAft>
              <a:spcPct val="35000"/>
            </a:spcAft>
            <a:buNone/>
          </a:pPr>
          <a:r>
            <a:rPr lang="en-US" sz="1100" b="0" i="0" kern="1200"/>
            <a:t>Initial hardware setup (Raspberry Pi, camera module, peripherals configured)</a:t>
          </a:r>
          <a:endParaRPr lang="en-US" sz="1100" kern="1200"/>
        </a:p>
      </dsp:txBody>
      <dsp:txXfrm>
        <a:off x="4952999" y="1272043"/>
        <a:ext cx="1484448" cy="1668710"/>
      </dsp:txXfrm>
    </dsp:sp>
    <dsp:sp modelId="{D7B6EF60-92F0-1045-A2DC-FED0F96496A5}">
      <dsp:nvSpPr>
        <dsp:cNvPr id="0" name=""/>
        <dsp:cNvSpPr/>
      </dsp:nvSpPr>
      <dsp:spPr>
        <a:xfrm>
          <a:off x="6602386" y="496464"/>
          <a:ext cx="1484448" cy="72"/>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406D264-4E04-5A4E-929E-E6EC7526256C}">
      <dsp:nvSpPr>
        <dsp:cNvPr id="0" name=""/>
        <dsp:cNvSpPr/>
      </dsp:nvSpPr>
      <dsp:spPr>
        <a:xfrm>
          <a:off x="8126420" y="441081"/>
          <a:ext cx="75871" cy="142507"/>
        </a:xfrm>
        <a:prstGeom prst="chevron">
          <a:avLst>
            <a:gd name="adj" fmla="val 9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10062C0-9E70-9743-BAE6-D5C0CC224D64}">
      <dsp:nvSpPr>
        <dsp:cNvPr id="0" name=""/>
        <dsp:cNvSpPr/>
      </dsp:nvSpPr>
      <dsp:spPr>
        <a:xfrm>
          <a:off x="7031557" y="183447"/>
          <a:ext cx="626105" cy="626105"/>
        </a:xfrm>
        <a:prstGeom prst="ellips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296" tIns="24296" rIns="24296" bIns="24296" numCol="1" spcCol="1270" anchor="ctr" anchorCtr="0">
          <a:noAutofit/>
        </a:bodyPr>
        <a:lstStyle/>
        <a:p>
          <a:pPr marL="0" lvl="0" indent="0" algn="ctr" defTabSz="1244600">
            <a:lnSpc>
              <a:spcPct val="90000"/>
            </a:lnSpc>
            <a:spcBef>
              <a:spcPct val="0"/>
            </a:spcBef>
            <a:spcAft>
              <a:spcPct val="35000"/>
            </a:spcAft>
            <a:buNone/>
          </a:pPr>
          <a:r>
            <a:rPr lang="en-US" sz="2800" kern="1200"/>
            <a:t>5</a:t>
          </a:r>
        </a:p>
      </dsp:txBody>
      <dsp:txXfrm>
        <a:off x="7123248" y="275138"/>
        <a:ext cx="442723" cy="442723"/>
      </dsp:txXfrm>
    </dsp:sp>
    <dsp:sp modelId="{332C6870-3F5A-4344-90C8-EB93ECA8CA5E}">
      <dsp:nvSpPr>
        <dsp:cNvPr id="0" name=""/>
        <dsp:cNvSpPr/>
      </dsp:nvSpPr>
      <dsp:spPr>
        <a:xfrm>
          <a:off x="6602386" y="975153"/>
          <a:ext cx="1484448"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095" tIns="165100" rIns="117095" bIns="165100" numCol="1" spcCol="1270" anchor="t" anchorCtr="0">
          <a:noAutofit/>
        </a:bodyPr>
        <a:lstStyle/>
        <a:p>
          <a:pPr marL="0" lvl="0" indent="0" algn="l" defTabSz="488950">
            <a:lnSpc>
              <a:spcPct val="90000"/>
            </a:lnSpc>
            <a:spcBef>
              <a:spcPct val="0"/>
            </a:spcBef>
            <a:spcAft>
              <a:spcPct val="35000"/>
            </a:spcAft>
            <a:buNone/>
          </a:pPr>
          <a:r>
            <a:rPr lang="en-US" sz="1100" b="0" i="0" kern="1200"/>
            <a:t>Create detailed fabrication plans for prototyping phase</a:t>
          </a:r>
          <a:endParaRPr lang="en-US" sz="1100" kern="1200"/>
        </a:p>
      </dsp:txBody>
      <dsp:txXfrm>
        <a:off x="6602386" y="1272043"/>
        <a:ext cx="1484448" cy="1668710"/>
      </dsp:txXfrm>
    </dsp:sp>
    <dsp:sp modelId="{A09EAFEF-91EB-8E4A-8DDD-94CCD3A56F39}">
      <dsp:nvSpPr>
        <dsp:cNvPr id="0" name=""/>
        <dsp:cNvSpPr/>
      </dsp:nvSpPr>
      <dsp:spPr>
        <a:xfrm>
          <a:off x="8251773" y="496464"/>
          <a:ext cx="742224" cy="72"/>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D4DE696-80CF-8642-B791-D450242CB2AC}">
      <dsp:nvSpPr>
        <dsp:cNvPr id="0" name=""/>
        <dsp:cNvSpPr/>
      </dsp:nvSpPr>
      <dsp:spPr>
        <a:xfrm>
          <a:off x="8680945" y="183447"/>
          <a:ext cx="626105" cy="626105"/>
        </a:xfrm>
        <a:prstGeom prst="ellips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296" tIns="24296" rIns="24296" bIns="24296" numCol="1" spcCol="1270" anchor="ctr" anchorCtr="0">
          <a:noAutofit/>
        </a:bodyPr>
        <a:lstStyle/>
        <a:p>
          <a:pPr marL="0" lvl="0" indent="0" algn="ctr" defTabSz="1244600">
            <a:lnSpc>
              <a:spcPct val="90000"/>
            </a:lnSpc>
            <a:spcBef>
              <a:spcPct val="0"/>
            </a:spcBef>
            <a:spcAft>
              <a:spcPct val="35000"/>
            </a:spcAft>
            <a:buNone/>
          </a:pPr>
          <a:r>
            <a:rPr lang="en-US" sz="2800" kern="1200"/>
            <a:t>6</a:t>
          </a:r>
        </a:p>
      </dsp:txBody>
      <dsp:txXfrm>
        <a:off x="8772636" y="275138"/>
        <a:ext cx="442723" cy="442723"/>
      </dsp:txXfrm>
    </dsp:sp>
    <dsp:sp modelId="{5E7A2721-CC3C-9445-82FD-E7EAB789AD9F}">
      <dsp:nvSpPr>
        <dsp:cNvPr id="0" name=""/>
        <dsp:cNvSpPr/>
      </dsp:nvSpPr>
      <dsp:spPr>
        <a:xfrm>
          <a:off x="8251773" y="975153"/>
          <a:ext cx="1484448"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7095" tIns="165100" rIns="117095" bIns="165100" numCol="1" spcCol="1270" anchor="t" anchorCtr="0">
          <a:noAutofit/>
        </a:bodyPr>
        <a:lstStyle/>
        <a:p>
          <a:pPr marL="0" lvl="0" indent="0" algn="l" defTabSz="488950">
            <a:lnSpc>
              <a:spcPct val="90000"/>
            </a:lnSpc>
            <a:spcBef>
              <a:spcPct val="0"/>
            </a:spcBef>
            <a:spcAft>
              <a:spcPct val="35000"/>
            </a:spcAft>
            <a:buNone/>
          </a:pPr>
          <a:r>
            <a:rPr lang="en-US" sz="1100" b="0" i="0" kern="1200"/>
            <a:t>Ready to begin prototyping in January 2026</a:t>
          </a:r>
          <a:endParaRPr lang="en-US" sz="1100" kern="1200"/>
        </a:p>
      </dsp:txBody>
      <dsp:txXfrm>
        <a:off x="8251773" y="1272043"/>
        <a:ext cx="1484448" cy="1668710"/>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00D8CB-295C-B948-ABA6-14C081E3B197}" type="datetimeFigureOut">
              <a:rPr lang="en-US" smtClean="0"/>
              <a:t>10/27/25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D8E59C-C53B-DF45-BE60-FB1AAE969B86}" type="slidenum">
              <a:rPr lang="en-US" smtClean="0"/>
              <a:t>‹#›</a:t>
            </a:fld>
            <a:endParaRPr lang="en-US"/>
          </a:p>
        </p:txBody>
      </p:sp>
    </p:spTree>
    <p:extLst>
      <p:ext uri="{BB962C8B-B14F-4D97-AF65-F5344CB8AC3E}">
        <p14:creationId xmlns:p14="http://schemas.microsoft.com/office/powerpoint/2010/main" val="871735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Alba</a:t>
            </a:r>
          </a:p>
        </p:txBody>
      </p:sp>
      <p:sp>
        <p:nvSpPr>
          <p:cNvPr id="4" name="Slide Number Placeholder 3"/>
          <p:cNvSpPr>
            <a:spLocks noGrp="1"/>
          </p:cNvSpPr>
          <p:nvPr>
            <p:ph type="sldNum" sz="quarter" idx="5"/>
          </p:nvPr>
        </p:nvSpPr>
        <p:spPr/>
        <p:txBody>
          <a:bodyPr/>
          <a:lstStyle/>
          <a:p>
            <a:fld id="{D2D8E59C-C53B-DF45-BE60-FB1AAE969B86}" type="slidenum">
              <a:rPr lang="en-US" smtClean="0"/>
              <a:t>1</a:t>
            </a:fld>
            <a:endParaRPr lang="en-US"/>
          </a:p>
        </p:txBody>
      </p:sp>
    </p:spTree>
    <p:extLst>
      <p:ext uri="{BB962C8B-B14F-4D97-AF65-F5344CB8AC3E}">
        <p14:creationId xmlns:p14="http://schemas.microsoft.com/office/powerpoint/2010/main" val="1704482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Jon</a:t>
            </a:r>
          </a:p>
        </p:txBody>
      </p:sp>
      <p:sp>
        <p:nvSpPr>
          <p:cNvPr id="4" name="Slide Number Placeholder 3"/>
          <p:cNvSpPr>
            <a:spLocks noGrp="1"/>
          </p:cNvSpPr>
          <p:nvPr>
            <p:ph type="sldNum" sz="quarter" idx="5"/>
          </p:nvPr>
        </p:nvSpPr>
        <p:spPr/>
        <p:txBody>
          <a:bodyPr/>
          <a:lstStyle/>
          <a:p>
            <a:fld id="{D2D8E59C-C53B-DF45-BE60-FB1AAE969B86}" type="slidenum">
              <a:rPr lang="en-US" smtClean="0"/>
              <a:t>2</a:t>
            </a:fld>
            <a:endParaRPr lang="en-US"/>
          </a:p>
        </p:txBody>
      </p:sp>
    </p:spTree>
    <p:extLst>
      <p:ext uri="{BB962C8B-B14F-4D97-AF65-F5344CB8AC3E}">
        <p14:creationId xmlns:p14="http://schemas.microsoft.com/office/powerpoint/2010/main" val="849748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Jon</a:t>
            </a:r>
          </a:p>
        </p:txBody>
      </p:sp>
      <p:sp>
        <p:nvSpPr>
          <p:cNvPr id="4" name="Slide Number Placeholder 3"/>
          <p:cNvSpPr>
            <a:spLocks noGrp="1"/>
          </p:cNvSpPr>
          <p:nvPr>
            <p:ph type="sldNum" sz="quarter" idx="5"/>
          </p:nvPr>
        </p:nvSpPr>
        <p:spPr/>
        <p:txBody>
          <a:bodyPr/>
          <a:lstStyle/>
          <a:p>
            <a:fld id="{D2D8E59C-C53B-DF45-BE60-FB1AAE969B86}" type="slidenum">
              <a:rPr lang="en-US" smtClean="0"/>
              <a:t>3</a:t>
            </a:fld>
            <a:endParaRPr lang="en-US"/>
          </a:p>
        </p:txBody>
      </p:sp>
    </p:spTree>
    <p:extLst>
      <p:ext uri="{BB962C8B-B14F-4D97-AF65-F5344CB8AC3E}">
        <p14:creationId xmlns:p14="http://schemas.microsoft.com/office/powerpoint/2010/main" val="4003278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Jon</a:t>
            </a:r>
          </a:p>
        </p:txBody>
      </p:sp>
      <p:sp>
        <p:nvSpPr>
          <p:cNvPr id="4" name="Slide Number Placeholder 3"/>
          <p:cNvSpPr>
            <a:spLocks noGrp="1"/>
          </p:cNvSpPr>
          <p:nvPr>
            <p:ph type="sldNum" sz="quarter" idx="5"/>
          </p:nvPr>
        </p:nvSpPr>
        <p:spPr/>
        <p:txBody>
          <a:bodyPr/>
          <a:lstStyle/>
          <a:p>
            <a:fld id="{D2D8E59C-C53B-DF45-BE60-FB1AAE969B86}" type="slidenum">
              <a:rPr lang="en-US" smtClean="0"/>
              <a:t>4</a:t>
            </a:fld>
            <a:endParaRPr lang="en-US"/>
          </a:p>
        </p:txBody>
      </p:sp>
    </p:spTree>
    <p:extLst>
      <p:ext uri="{BB962C8B-B14F-4D97-AF65-F5344CB8AC3E}">
        <p14:creationId xmlns:p14="http://schemas.microsoft.com/office/powerpoint/2010/main" val="3690399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Alba</a:t>
            </a:r>
          </a:p>
        </p:txBody>
      </p:sp>
      <p:sp>
        <p:nvSpPr>
          <p:cNvPr id="4" name="Slide Number Placeholder 3"/>
          <p:cNvSpPr>
            <a:spLocks noGrp="1"/>
          </p:cNvSpPr>
          <p:nvPr>
            <p:ph type="sldNum" sz="quarter" idx="5"/>
          </p:nvPr>
        </p:nvSpPr>
        <p:spPr/>
        <p:txBody>
          <a:bodyPr/>
          <a:lstStyle/>
          <a:p>
            <a:fld id="{D2D8E59C-C53B-DF45-BE60-FB1AAE969B86}" type="slidenum">
              <a:rPr lang="en-US" smtClean="0"/>
              <a:t>5</a:t>
            </a:fld>
            <a:endParaRPr lang="en-US"/>
          </a:p>
        </p:txBody>
      </p:sp>
    </p:spTree>
    <p:extLst>
      <p:ext uri="{BB962C8B-B14F-4D97-AF65-F5344CB8AC3E}">
        <p14:creationId xmlns:p14="http://schemas.microsoft.com/office/powerpoint/2010/main" val="25620236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Alba</a:t>
            </a:r>
          </a:p>
        </p:txBody>
      </p:sp>
      <p:sp>
        <p:nvSpPr>
          <p:cNvPr id="4" name="Slide Number Placeholder 3"/>
          <p:cNvSpPr>
            <a:spLocks noGrp="1"/>
          </p:cNvSpPr>
          <p:nvPr>
            <p:ph type="sldNum" sz="quarter" idx="5"/>
          </p:nvPr>
        </p:nvSpPr>
        <p:spPr/>
        <p:txBody>
          <a:bodyPr/>
          <a:lstStyle/>
          <a:p>
            <a:fld id="{D2D8E59C-C53B-DF45-BE60-FB1AAE969B86}" type="slidenum">
              <a:rPr lang="en-US" smtClean="0"/>
              <a:t>6</a:t>
            </a:fld>
            <a:endParaRPr lang="en-US"/>
          </a:p>
        </p:txBody>
      </p:sp>
    </p:spTree>
    <p:extLst>
      <p:ext uri="{BB962C8B-B14F-4D97-AF65-F5344CB8AC3E}">
        <p14:creationId xmlns:p14="http://schemas.microsoft.com/office/powerpoint/2010/main" val="691036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Alex</a:t>
            </a:r>
          </a:p>
        </p:txBody>
      </p:sp>
      <p:sp>
        <p:nvSpPr>
          <p:cNvPr id="4" name="Slide Number Placeholder 3"/>
          <p:cNvSpPr>
            <a:spLocks noGrp="1"/>
          </p:cNvSpPr>
          <p:nvPr>
            <p:ph type="sldNum" sz="quarter" idx="5"/>
          </p:nvPr>
        </p:nvSpPr>
        <p:spPr/>
        <p:txBody>
          <a:bodyPr/>
          <a:lstStyle/>
          <a:p>
            <a:fld id="{D2D8E59C-C53B-DF45-BE60-FB1AAE969B86}" type="slidenum">
              <a:rPr lang="en-US" smtClean="0"/>
              <a:t>7</a:t>
            </a:fld>
            <a:endParaRPr lang="en-US"/>
          </a:p>
        </p:txBody>
      </p:sp>
    </p:spTree>
    <p:extLst>
      <p:ext uri="{BB962C8B-B14F-4D97-AF65-F5344CB8AC3E}">
        <p14:creationId xmlns:p14="http://schemas.microsoft.com/office/powerpoint/2010/main" val="875027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Alba</a:t>
            </a:r>
          </a:p>
        </p:txBody>
      </p:sp>
      <p:sp>
        <p:nvSpPr>
          <p:cNvPr id="4" name="Slide Number Placeholder 3"/>
          <p:cNvSpPr>
            <a:spLocks noGrp="1"/>
          </p:cNvSpPr>
          <p:nvPr>
            <p:ph type="sldNum" sz="quarter" idx="5"/>
          </p:nvPr>
        </p:nvSpPr>
        <p:spPr/>
        <p:txBody>
          <a:bodyPr/>
          <a:lstStyle/>
          <a:p>
            <a:fld id="{D2D8E59C-C53B-DF45-BE60-FB1AAE969B86}" type="slidenum">
              <a:rPr lang="en-US" smtClean="0"/>
              <a:t>8</a:t>
            </a:fld>
            <a:endParaRPr lang="en-US"/>
          </a:p>
        </p:txBody>
      </p:sp>
    </p:spTree>
    <p:extLst>
      <p:ext uri="{BB962C8B-B14F-4D97-AF65-F5344CB8AC3E}">
        <p14:creationId xmlns:p14="http://schemas.microsoft.com/office/powerpoint/2010/main" val="3711541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Alex</a:t>
            </a:r>
          </a:p>
        </p:txBody>
      </p:sp>
      <p:sp>
        <p:nvSpPr>
          <p:cNvPr id="4" name="Slide Number Placeholder 3"/>
          <p:cNvSpPr>
            <a:spLocks noGrp="1"/>
          </p:cNvSpPr>
          <p:nvPr>
            <p:ph type="sldNum" sz="quarter" idx="5"/>
          </p:nvPr>
        </p:nvSpPr>
        <p:spPr/>
        <p:txBody>
          <a:bodyPr/>
          <a:lstStyle/>
          <a:p>
            <a:fld id="{D2D8E59C-C53B-DF45-BE60-FB1AAE969B86}" type="slidenum">
              <a:rPr lang="en-US" smtClean="0"/>
              <a:t>9</a:t>
            </a:fld>
            <a:endParaRPr lang="en-US"/>
          </a:p>
        </p:txBody>
      </p:sp>
    </p:spTree>
    <p:extLst>
      <p:ext uri="{BB962C8B-B14F-4D97-AF65-F5344CB8AC3E}">
        <p14:creationId xmlns:p14="http://schemas.microsoft.com/office/powerpoint/2010/main" val="1334656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Nate</a:t>
            </a:r>
          </a:p>
          <a:p>
            <a:endParaRPr lang="en-US"/>
          </a:p>
        </p:txBody>
      </p:sp>
      <p:sp>
        <p:nvSpPr>
          <p:cNvPr id="4" name="Slide Number Placeholder 3"/>
          <p:cNvSpPr>
            <a:spLocks noGrp="1"/>
          </p:cNvSpPr>
          <p:nvPr>
            <p:ph type="sldNum" sz="quarter" idx="5"/>
          </p:nvPr>
        </p:nvSpPr>
        <p:spPr/>
        <p:txBody>
          <a:bodyPr/>
          <a:lstStyle/>
          <a:p>
            <a:fld id="{D2D8E59C-C53B-DF45-BE60-FB1AAE969B86}" type="slidenum">
              <a:rPr lang="en-US" smtClean="0"/>
              <a:t>10</a:t>
            </a:fld>
            <a:endParaRPr lang="en-US"/>
          </a:p>
        </p:txBody>
      </p:sp>
    </p:spTree>
    <p:extLst>
      <p:ext uri="{BB962C8B-B14F-4D97-AF65-F5344CB8AC3E}">
        <p14:creationId xmlns:p14="http://schemas.microsoft.com/office/powerpoint/2010/main" val="25426868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Nate</a:t>
            </a:r>
          </a:p>
          <a:p>
            <a:r>
              <a:rPr lang="en-US"/>
              <a:t>Core Capabilities</a:t>
            </a:r>
          </a:p>
          <a:p>
            <a:r>
              <a:rPr lang="en-US"/>
              <a:t>-choose certain filters or a sequence of filters</a:t>
            </a:r>
          </a:p>
          <a:p>
            <a:r>
              <a:rPr lang="en-US"/>
              <a:t>-have filter wheel move and take pictures autonomously</a:t>
            </a:r>
          </a:p>
          <a:p>
            <a:r>
              <a:rPr lang="en-US"/>
              <a:t>-have it be able to display image on a screen</a:t>
            </a:r>
          </a:p>
        </p:txBody>
      </p:sp>
      <p:sp>
        <p:nvSpPr>
          <p:cNvPr id="4" name="Slide Number Placeholder 3"/>
          <p:cNvSpPr>
            <a:spLocks noGrp="1"/>
          </p:cNvSpPr>
          <p:nvPr>
            <p:ph type="sldNum" sz="quarter" idx="5"/>
          </p:nvPr>
        </p:nvSpPr>
        <p:spPr/>
        <p:txBody>
          <a:bodyPr/>
          <a:lstStyle/>
          <a:p>
            <a:fld id="{D2D8E59C-C53B-DF45-BE60-FB1AAE969B86}" type="slidenum">
              <a:rPr lang="en-US" smtClean="0"/>
              <a:t>11</a:t>
            </a:fld>
            <a:endParaRPr lang="en-US"/>
          </a:p>
        </p:txBody>
      </p:sp>
    </p:spTree>
    <p:extLst>
      <p:ext uri="{BB962C8B-B14F-4D97-AF65-F5344CB8AC3E}">
        <p14:creationId xmlns:p14="http://schemas.microsoft.com/office/powerpoint/2010/main" val="681391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B61BEF0D-F0BB-DE4B-95CE-6DB70DBA9567}" type="datetimeFigureOut">
              <a:rPr lang="en-US" dirty="0"/>
              <a:pPr/>
              <a:t>10/27/25</a:t>
            </a:fld>
            <a:endParaRPr lang="en-US" dirty="0"/>
          </a:p>
        </p:txBody>
      </p:sp>
      <p:sp>
        <p:nvSpPr>
          <p:cNvPr id="6" name="Footer Placeholder 5"/>
          <p:cNvSpPr>
            <a:spLocks noGrp="1"/>
          </p:cNvSpPr>
          <p:nvPr>
            <p:ph type="ftr" sz="quarter" idx="11"/>
          </p:nvPr>
        </p:nvSpPr>
        <p:spPr>
          <a:xfrm>
            <a:off x="1141412" y="5883275"/>
            <a:ext cx="5105400" cy="365125"/>
          </a:xfrm>
        </p:spPr>
        <p:txBody>
          <a:bodyPr/>
          <a:lstStyle/>
          <a:p>
            <a:endParaRPr lang="en-US" dirty="0"/>
          </a:p>
        </p:txBody>
      </p:sp>
      <p:sp>
        <p:nvSpPr>
          <p:cNvPr id="7" name="Slide Number Placeholder 6"/>
          <p:cNvSpPr>
            <a:spLocks noGrp="1"/>
          </p:cNvSpPr>
          <p:nvPr>
            <p:ph type="sldNum" sz="quarter" idx="12"/>
          </p:nvPr>
        </p:nvSpPr>
        <p:spPr>
          <a:xfrm>
            <a:off x="10742612" y="5883275"/>
            <a:ext cx="3225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B61BEF0D-F0BB-DE4B-95CE-6DB70DBA9567}" type="datetimeFigureOut">
              <a:rPr lang="en-US" dirty="0"/>
              <a:pPr/>
              <a:t>10/27/25</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1"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1C4277-4A4C-53E0-57F0-C9B70BAB499E}"/>
              </a:ext>
            </a:extLst>
          </p:cNvPr>
          <p:cNvPicPr>
            <a:picLocks noChangeAspect="1"/>
          </p:cNvPicPr>
          <p:nvPr/>
        </p:nvPicPr>
        <p:blipFill>
          <a:blip r:embed="rId4">
            <a:alphaModFix amt="15000"/>
          </a:blip>
          <a:srcRect/>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ABCE4A6-A350-CBDB-9B10-FB1BD803F3CB}"/>
              </a:ext>
            </a:extLst>
          </p:cNvPr>
          <p:cNvSpPr>
            <a:spLocks noGrp="1"/>
          </p:cNvSpPr>
          <p:nvPr>
            <p:ph type="title"/>
          </p:nvPr>
        </p:nvSpPr>
        <p:spPr>
          <a:xfrm>
            <a:off x="1751012" y="609601"/>
            <a:ext cx="8676222" cy="3200400"/>
          </a:xfrm>
        </p:spPr>
        <p:txBody>
          <a:bodyPr vert="horz" lIns="91440" tIns="45720" rIns="91440" bIns="45720" rtlCol="0" anchor="b">
            <a:normAutofit/>
          </a:bodyPr>
          <a:lstStyle/>
          <a:p>
            <a:pPr algn="ctr"/>
            <a:r>
              <a:rPr lang="en-US" sz="4800" b="0" i="0" dirty="0">
                <a:effectLst>
                  <a:glow rad="38100">
                    <a:schemeClr val="bg1">
                      <a:lumMod val="65000"/>
                      <a:lumOff val="35000"/>
                      <a:alpha val="50000"/>
                    </a:schemeClr>
                  </a:glow>
                  <a:outerShdw blurRad="28575" dist="31750" dir="13200000" algn="tl" rotWithShape="0">
                    <a:srgbClr val="000000">
                      <a:alpha val="25000"/>
                    </a:srgbClr>
                  </a:outerShdw>
                </a:effectLst>
              </a:rPr>
              <a:t>Camera</a:t>
            </a:r>
            <a:br>
              <a:rPr lang="en-US" sz="4800" b="0" i="0" dirty="0">
                <a:effectLst>
                  <a:glow rad="38100">
                    <a:schemeClr val="bg1">
                      <a:lumMod val="65000"/>
                      <a:lumOff val="35000"/>
                      <a:alpha val="50000"/>
                    </a:schemeClr>
                  </a:glow>
                  <a:outerShdw blurRad="28575" dist="31750" dir="13200000" algn="tl" rotWithShape="0">
                    <a:srgbClr val="000000">
                      <a:alpha val="25000"/>
                    </a:srgbClr>
                  </a:outerShdw>
                </a:effectLst>
              </a:rPr>
            </a:br>
            <a:r>
              <a:rPr lang="en-US" sz="4800" b="0" i="0" dirty="0">
                <a:effectLst>
                  <a:glow rad="38100">
                    <a:schemeClr val="bg1">
                      <a:lumMod val="65000"/>
                      <a:lumOff val="35000"/>
                      <a:alpha val="50000"/>
                    </a:schemeClr>
                  </a:glow>
                  <a:outerShdw blurRad="28575" dist="31750" dir="13200000" algn="tl" rotWithShape="0">
                    <a:srgbClr val="000000">
                      <a:alpha val="25000"/>
                    </a:srgbClr>
                  </a:outerShdw>
                </a:effectLst>
              </a:rPr>
              <a:t>Senior Design Capstone Presentation</a:t>
            </a:r>
            <a:br>
              <a:rPr lang="en-US" sz="4800" b="0" i="0" dirty="0">
                <a:effectLst>
                  <a:glow rad="38100">
                    <a:schemeClr val="bg1">
                      <a:lumMod val="65000"/>
                      <a:lumOff val="35000"/>
                      <a:alpha val="50000"/>
                    </a:schemeClr>
                  </a:glow>
                  <a:outerShdw blurRad="28575" dist="31750" dir="13200000" algn="tl" rotWithShape="0">
                    <a:srgbClr val="000000">
                      <a:alpha val="25000"/>
                    </a:srgbClr>
                  </a:outerShdw>
                </a:effectLst>
              </a:rPr>
            </a:br>
            <a:r>
              <a:rPr lang="en-US" sz="4800" b="0" i="0" dirty="0">
                <a:effectLst>
                  <a:glow rad="38100">
                    <a:schemeClr val="bg1">
                      <a:lumMod val="65000"/>
                      <a:lumOff val="35000"/>
                      <a:alpha val="50000"/>
                    </a:schemeClr>
                  </a:glow>
                  <a:outerShdw blurRad="28575" dist="31750" dir="13200000" algn="tl" rotWithShape="0">
                    <a:srgbClr val="000000">
                      <a:alpha val="25000"/>
                    </a:srgbClr>
                  </a:outerShdw>
                </a:effectLst>
              </a:rPr>
              <a:t>Fall 2025</a:t>
            </a:r>
            <a:endParaRPr lang="en-US" sz="4800" dirty="0">
              <a:effectLst>
                <a:glow rad="38100">
                  <a:schemeClr val="bg1">
                    <a:lumMod val="65000"/>
                    <a:lumOff val="35000"/>
                    <a:alpha val="50000"/>
                  </a:schemeClr>
                </a:glow>
                <a:outerShdw blurRad="28575" dist="31750" dir="13200000" algn="tl" rotWithShape="0">
                  <a:srgbClr val="000000">
                    <a:alpha val="25000"/>
                  </a:srgbClr>
                </a:outerShdw>
              </a:effectLst>
            </a:endParaRPr>
          </a:p>
        </p:txBody>
      </p:sp>
    </p:spTree>
    <p:extLst>
      <p:ext uri="{BB962C8B-B14F-4D97-AF65-F5344CB8AC3E}">
        <p14:creationId xmlns:p14="http://schemas.microsoft.com/office/powerpoint/2010/main" val="1451165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9BA2662-5783-1A85-8F4C-7F54AF83C770}"/>
              </a:ext>
            </a:extLst>
          </p:cNvPr>
          <p:cNvSpPr txBox="1"/>
          <p:nvPr/>
        </p:nvSpPr>
        <p:spPr>
          <a:xfrm>
            <a:off x="1141413" y="609600"/>
            <a:ext cx="9905998" cy="990598"/>
          </a:xfrm>
          <a:prstGeom prst="rect">
            <a:avLst/>
          </a:prstGeom>
        </p:spPr>
        <p:txBody>
          <a:bodyPr vert="horz" lIns="91440" tIns="45720" rIns="91440" bIns="45720" rtlCol="0" anchor="t">
            <a:normAutofit/>
          </a:bodyPr>
          <a:lstStyle/>
          <a:p>
            <a:pPr algn="ctr">
              <a:spcBef>
                <a:spcPct val="0"/>
              </a:spcBef>
              <a:spcAft>
                <a:spcPts val="600"/>
              </a:spcAft>
            </a:pPr>
            <a:r>
              <a:rPr lang="en-US" sz="40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rPr>
              <a:t>Project Purpose &amp; Goals</a:t>
            </a:r>
          </a:p>
          <a:p>
            <a:pPr algn="ctr">
              <a:spcBef>
                <a:spcPct val="0"/>
              </a:spcBef>
              <a:spcAft>
                <a:spcPts val="600"/>
              </a:spcAft>
            </a:pPr>
            <a:endParaRPr lang="en-US" sz="40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endParaRPr>
          </a:p>
        </p:txBody>
      </p:sp>
      <p:sp>
        <p:nvSpPr>
          <p:cNvPr id="3" name="Subtitle 2">
            <a:extLst>
              <a:ext uri="{FF2B5EF4-FFF2-40B4-BE49-F238E27FC236}">
                <a16:creationId xmlns:a16="http://schemas.microsoft.com/office/drawing/2014/main" id="{A1CEF9B1-98BE-E739-E180-3166C91AF8B2}"/>
              </a:ext>
            </a:extLst>
          </p:cNvPr>
          <p:cNvSpPr>
            <a:spLocks noGrp="1"/>
          </p:cNvSpPr>
          <p:nvPr>
            <p:ph type="subTitle" idx="1"/>
          </p:nvPr>
        </p:nvSpPr>
        <p:spPr>
          <a:xfrm>
            <a:off x="1141413" y="1600199"/>
            <a:ext cx="9905998" cy="3396660"/>
          </a:xfrm>
        </p:spPr>
        <p:txBody>
          <a:bodyPr vert="horz" lIns="91440" tIns="45720" rIns="91440" bIns="45720" rtlCol="0" anchor="ctr">
            <a:normAutofit/>
          </a:bodyPr>
          <a:lstStyle/>
          <a:p>
            <a:pPr algn="l">
              <a:lnSpc>
                <a:spcPct val="90000"/>
              </a:lnSpc>
              <a:buFont typeface="Arial"/>
              <a:buChar char="•"/>
            </a:pPr>
            <a:r>
              <a:rPr lang="en-US" sz="1600" b="0" i="0">
                <a:gradFill flip="none" rotWithShape="1">
                  <a:gsLst>
                    <a:gs pos="0">
                      <a:schemeClr val="tx1"/>
                    </a:gs>
                    <a:gs pos="100000">
                      <a:schemeClr val="tx1">
                        <a:lumMod val="75000"/>
                      </a:schemeClr>
                    </a:gs>
                  </a:gsLst>
                  <a:lin ang="5580000" scaled="0"/>
                  <a:tileRect/>
                </a:gradFill>
              </a:rPr>
              <a:t>Purpose:</a:t>
            </a:r>
            <a:br>
              <a:rPr lang="en-US" sz="1600" b="0" i="0">
                <a:gradFill flip="none" rotWithShape="1">
                  <a:gsLst>
                    <a:gs pos="0">
                      <a:schemeClr val="tx1"/>
                    </a:gs>
                    <a:gs pos="100000">
                      <a:schemeClr val="tx1">
                        <a:lumMod val="75000"/>
                      </a:schemeClr>
                    </a:gs>
                  </a:gsLst>
                  <a:lin ang="5580000" scaled="0"/>
                  <a:tileRect/>
                </a:gradFill>
              </a:rPr>
            </a:br>
            <a:r>
              <a:rPr lang="en-US" sz="1600" b="0" i="0">
                <a:gradFill flip="none" rotWithShape="1">
                  <a:gsLst>
                    <a:gs pos="0">
                      <a:schemeClr val="tx1"/>
                    </a:gs>
                    <a:gs pos="100000">
                      <a:schemeClr val="tx1">
                        <a:lumMod val="75000"/>
                      </a:schemeClr>
                    </a:gs>
                  </a:gsLst>
                  <a:lin ang="5580000" scaled="0"/>
                  <a:tileRect/>
                </a:gradFill>
              </a:rPr>
              <a:t>Design and implement a compact, handheld monochrome imaging system with an internal motorized filter wheel</a:t>
            </a:r>
          </a:p>
          <a:p>
            <a:pPr algn="l">
              <a:lnSpc>
                <a:spcPct val="90000"/>
              </a:lnSpc>
              <a:buFont typeface="Arial"/>
              <a:buChar char="•"/>
            </a:pPr>
            <a:r>
              <a:rPr lang="en-US" sz="1600" b="0" i="0">
                <a:gradFill flip="none" rotWithShape="1">
                  <a:gsLst>
                    <a:gs pos="0">
                      <a:schemeClr val="tx1"/>
                    </a:gs>
                    <a:gs pos="100000">
                      <a:schemeClr val="tx1">
                        <a:lumMod val="75000"/>
                      </a:schemeClr>
                    </a:gs>
                  </a:gsLst>
                  <a:lin ang="5580000" scaled="0"/>
                  <a:tileRect/>
                </a:gradFill>
              </a:rPr>
              <a:t>Goals:</a:t>
            </a:r>
          </a:p>
          <a:p>
            <a:pPr algn="l">
              <a:lnSpc>
                <a:spcPct val="90000"/>
              </a:lnSpc>
              <a:buFont typeface="Arial"/>
              <a:buChar char="•"/>
            </a:pPr>
            <a:r>
              <a:rPr lang="en-US" sz="1600" b="0" i="0">
                <a:gradFill flip="none" rotWithShape="1">
                  <a:gsLst>
                    <a:gs pos="0">
                      <a:schemeClr val="tx1"/>
                    </a:gs>
                    <a:gs pos="100000">
                      <a:schemeClr val="tx1">
                        <a:lumMod val="75000"/>
                      </a:schemeClr>
                    </a:gs>
                  </a:gsLst>
                  <a:lin ang="5580000" scaled="0"/>
                  <a:tileRect/>
                </a:gradFill>
              </a:rPr>
              <a:t>Deliver high-quality, multi-wavelength capture in the field without bulky equipment or tethered laptops</a:t>
            </a:r>
          </a:p>
          <a:p>
            <a:pPr algn="l">
              <a:lnSpc>
                <a:spcPct val="90000"/>
              </a:lnSpc>
              <a:buFont typeface="Arial"/>
              <a:buChar char="•"/>
            </a:pPr>
            <a:r>
              <a:rPr lang="en-US" sz="1600" b="0" i="0">
                <a:gradFill flip="none" rotWithShape="1">
                  <a:gsLst>
                    <a:gs pos="0">
                      <a:schemeClr val="tx1"/>
                    </a:gs>
                    <a:gs pos="100000">
                      <a:schemeClr val="tx1">
                        <a:lumMod val="75000"/>
                      </a:schemeClr>
                    </a:gs>
                  </a:gsLst>
                  <a:lin ang="5580000" scaled="0"/>
                  <a:tileRect/>
                </a:gradFill>
              </a:rPr>
              <a:t>Integrate filter wheel around sensor to minimize size and optical path length</a:t>
            </a:r>
          </a:p>
          <a:p>
            <a:pPr algn="l">
              <a:lnSpc>
                <a:spcPct val="90000"/>
              </a:lnSpc>
              <a:buFont typeface="Arial"/>
              <a:buChar char="•"/>
            </a:pPr>
            <a:r>
              <a:rPr lang="en-US" sz="1600" b="0" i="0">
                <a:gradFill flip="none" rotWithShape="1">
                  <a:gsLst>
                    <a:gs pos="0">
                      <a:schemeClr val="tx1"/>
                    </a:gs>
                    <a:gs pos="100000">
                      <a:schemeClr val="tx1">
                        <a:lumMod val="75000"/>
                      </a:schemeClr>
                    </a:gs>
                  </a:gsLst>
                  <a:lin ang="5580000" scaled="0"/>
                  <a:tileRect/>
                </a:gradFill>
              </a:rPr>
              <a:t>Execute end-to-end capture on device with focused UI and local SD storage</a:t>
            </a:r>
          </a:p>
          <a:p>
            <a:pPr algn="l">
              <a:lnSpc>
                <a:spcPct val="90000"/>
              </a:lnSpc>
              <a:buFont typeface="Arial"/>
              <a:buChar char="•"/>
            </a:pPr>
            <a:r>
              <a:rPr lang="en-US" sz="1600" b="0" i="0">
                <a:gradFill flip="none" rotWithShape="1">
                  <a:gsLst>
                    <a:gs pos="0">
                      <a:schemeClr val="tx1"/>
                    </a:gs>
                    <a:gs pos="100000">
                      <a:schemeClr val="tx1">
                        <a:lumMod val="75000"/>
                      </a:schemeClr>
                    </a:gs>
                  </a:gsLst>
                  <a:lin ang="5580000" scaled="0"/>
                  <a:tileRect/>
                </a:gradFill>
              </a:rPr>
              <a:t>Create practical research instrument for astronomy, environmental monitoring, materials analysis, and forensics</a:t>
            </a:r>
          </a:p>
          <a:p>
            <a:pPr algn="l">
              <a:lnSpc>
                <a:spcPct val="90000"/>
              </a:lnSpc>
              <a:buFont typeface="Arial"/>
              <a:buChar char="•"/>
            </a:pPr>
            <a:r>
              <a:rPr lang="en-US" sz="1600" b="0" i="0">
                <a:gradFill flip="none" rotWithShape="1">
                  <a:gsLst>
                    <a:gs pos="0">
                      <a:schemeClr val="tx1"/>
                    </a:gs>
                    <a:gs pos="100000">
                      <a:schemeClr val="tx1">
                        <a:lumMod val="75000"/>
                      </a:schemeClr>
                    </a:gs>
                  </a:gsLst>
                  <a:lin ang="5580000" scaled="0"/>
                  <a:tileRect/>
                </a:gradFill>
              </a:rPr>
              <a:t>Provide superior sensitivity and detail compared to traditional color sensors</a:t>
            </a:r>
          </a:p>
          <a:p>
            <a:pPr algn="l">
              <a:lnSpc>
                <a:spcPct val="90000"/>
              </a:lnSpc>
              <a:buFont typeface="Arial"/>
              <a:buChar char="•"/>
            </a:pPr>
            <a:endParaRPr lang="en-US" sz="1600">
              <a:gradFill flip="none" rotWithShape="1">
                <a:gsLst>
                  <a:gs pos="0">
                    <a:schemeClr val="tx1"/>
                  </a:gs>
                  <a:gs pos="100000">
                    <a:schemeClr val="tx1">
                      <a:lumMod val="75000"/>
                    </a:schemeClr>
                  </a:gs>
                </a:gsLst>
                <a:lin ang="5580000" scaled="0"/>
                <a:tileRect/>
              </a:gradFill>
            </a:endParaRPr>
          </a:p>
        </p:txBody>
      </p:sp>
      <p:sp>
        <p:nvSpPr>
          <p:cNvPr id="22" name="Rectangle 21">
            <a:extLst>
              <a:ext uri="{FF2B5EF4-FFF2-40B4-BE49-F238E27FC236}">
                <a16:creationId xmlns:a16="http://schemas.microsoft.com/office/drawing/2014/main" id="{E88A2CF0-EEEA-4EBA-876E-6521DF75D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87297"/>
            <a:ext cx="12192000" cy="1570704"/>
          </a:xfrm>
          <a:prstGeom prst="rect">
            <a:avLst/>
          </a:prstGeom>
          <a:solidFill>
            <a:srgbClr val="0D0D0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3B8DCDE-0295-4B08-88C9-5E6D9560CA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287297"/>
            <a:ext cx="12192000" cy="466406"/>
          </a:xfrm>
          <a:prstGeom prst="rect">
            <a:avLst/>
          </a:prstGeom>
          <a:gradFill>
            <a:gsLst>
              <a:gs pos="0">
                <a:srgbClr val="0D0D0D"/>
              </a:gs>
              <a:gs pos="100000">
                <a:srgbClr val="000000"/>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21" name="Straight Connector 20">
            <a:extLst>
              <a:ext uri="{FF2B5EF4-FFF2-40B4-BE49-F238E27FC236}">
                <a16:creationId xmlns:a16="http://schemas.microsoft.com/office/drawing/2014/main" id="{08757D1C-8139-4BDF-A28F-418158B4F7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87297"/>
            <a:ext cx="12192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718439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0F5AF2-9A35-6F98-EECF-3421AD2C3F66}"/>
              </a:ext>
            </a:extLst>
          </p:cNvPr>
          <p:cNvSpPr txBox="1"/>
          <p:nvPr/>
        </p:nvSpPr>
        <p:spPr>
          <a:xfrm>
            <a:off x="1141413" y="609600"/>
            <a:ext cx="9905998" cy="990598"/>
          </a:xfrm>
          <a:prstGeom prst="rect">
            <a:avLst/>
          </a:prstGeom>
        </p:spPr>
        <p:txBody>
          <a:bodyPr vert="horz" lIns="91440" tIns="45720" rIns="91440" bIns="45720" rtlCol="0" anchor="t">
            <a:normAutofit/>
          </a:bodyPr>
          <a:lstStyle/>
          <a:p>
            <a:pPr algn="ctr">
              <a:lnSpc>
                <a:spcPct val="90000"/>
              </a:lnSpc>
              <a:spcBef>
                <a:spcPct val="0"/>
              </a:spcBef>
              <a:spcAft>
                <a:spcPts val="600"/>
              </a:spcAft>
            </a:pPr>
            <a:r>
              <a:rPr lang="en-US" sz="34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rPr>
              <a:t>Team members and Contact Information</a:t>
            </a:r>
          </a:p>
        </p:txBody>
      </p:sp>
      <p:sp>
        <p:nvSpPr>
          <p:cNvPr id="3" name="Content Placeholder 2">
            <a:extLst>
              <a:ext uri="{FF2B5EF4-FFF2-40B4-BE49-F238E27FC236}">
                <a16:creationId xmlns:a16="http://schemas.microsoft.com/office/drawing/2014/main" id="{FF38013D-4481-1897-A09D-7B6C08D8AED0}"/>
              </a:ext>
            </a:extLst>
          </p:cNvPr>
          <p:cNvSpPr>
            <a:spLocks noGrp="1"/>
          </p:cNvSpPr>
          <p:nvPr>
            <p:ph idx="1"/>
          </p:nvPr>
        </p:nvSpPr>
        <p:spPr>
          <a:xfrm>
            <a:off x="1141413" y="1600199"/>
            <a:ext cx="9905998" cy="3396660"/>
          </a:xfrm>
        </p:spPr>
        <p:txBody>
          <a:bodyPr vert="horz" lIns="91440" tIns="45720" rIns="91440" bIns="45720" rtlCol="0" anchor="ctr">
            <a:normAutofit/>
          </a:bodyPr>
          <a:lstStyle/>
          <a:p>
            <a:pPr>
              <a:lnSpc>
                <a:spcPct val="90000"/>
              </a:lnSpc>
            </a:pPr>
            <a:r>
              <a:rPr lang="en-US" b="0" i="0"/>
              <a:t>Jonathan Scheckel - Team Lead/Optical Engineer</a:t>
            </a:r>
            <a:br>
              <a:rPr lang="en-US" b="0" i="0"/>
            </a:br>
            <a:r>
              <a:rPr lang="en-US" b="0" i="0"/>
              <a:t>Mechanical Engineering, MECH5051, scheckjg@mail.uc.edu</a:t>
            </a:r>
          </a:p>
          <a:p>
            <a:pPr>
              <a:lnSpc>
                <a:spcPct val="90000"/>
              </a:lnSpc>
            </a:pPr>
            <a:r>
              <a:rPr lang="en-US" b="0" i="0"/>
              <a:t>Nate Bolin - Mechatronics Engineer</a:t>
            </a:r>
            <a:br>
              <a:rPr lang="en-US" b="0" i="0"/>
            </a:br>
            <a:r>
              <a:rPr lang="en-US" b="0" i="0"/>
              <a:t>Mechanical Engineering, MECH5051, bolinns@mail.uc.edu</a:t>
            </a:r>
          </a:p>
          <a:p>
            <a:pPr>
              <a:lnSpc>
                <a:spcPct val="90000"/>
              </a:lnSpc>
            </a:pPr>
            <a:r>
              <a:rPr lang="en-US" b="0" i="0"/>
              <a:t>Alba </a:t>
            </a:r>
            <a:r>
              <a:rPr lang="en-US" b="0" i="0" err="1"/>
              <a:t>Samsami</a:t>
            </a:r>
            <a:r>
              <a:rPr lang="en-US" b="0" i="0"/>
              <a:t> - Software Engineer</a:t>
            </a:r>
            <a:br>
              <a:rPr lang="en-US" b="0" i="0"/>
            </a:br>
            <a:r>
              <a:rPr lang="en-US" b="0" i="0"/>
              <a:t>Computer Science, CS 2258, samsamna@mail.uc.edu</a:t>
            </a:r>
          </a:p>
          <a:p>
            <a:pPr>
              <a:lnSpc>
                <a:spcPct val="90000"/>
              </a:lnSpc>
            </a:pPr>
            <a:r>
              <a:rPr lang="en-US" b="0" i="0"/>
              <a:t>Alexander Smith - Design &amp; Prototyping Engineer</a:t>
            </a:r>
            <a:br>
              <a:rPr lang="en-US" b="0" i="0"/>
            </a:br>
            <a:r>
              <a:rPr lang="en-US" b="0" i="0"/>
              <a:t>Mechanical Engineering, MECH5051, smit4a3@mail.uc.edu</a:t>
            </a:r>
          </a:p>
          <a:p>
            <a:pPr>
              <a:lnSpc>
                <a:spcPct val="90000"/>
              </a:lnSpc>
            </a:pPr>
            <a:r>
              <a:rPr lang="en-US" b="0" i="0"/>
              <a:t>Project Advisor: Dr. Jacob Cress, PE</a:t>
            </a:r>
          </a:p>
          <a:p>
            <a:pPr>
              <a:lnSpc>
                <a:spcPct val="90000"/>
              </a:lnSpc>
            </a:pPr>
            <a:endParaRPr lang="en-US"/>
          </a:p>
        </p:txBody>
      </p:sp>
      <p:sp>
        <p:nvSpPr>
          <p:cNvPr id="14" name="Rectangle 13">
            <a:extLst>
              <a:ext uri="{FF2B5EF4-FFF2-40B4-BE49-F238E27FC236}">
                <a16:creationId xmlns:a16="http://schemas.microsoft.com/office/drawing/2014/main" id="{E88A2CF0-EEEA-4EBA-876E-6521DF75D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87297"/>
            <a:ext cx="12192000" cy="1570704"/>
          </a:xfrm>
          <a:prstGeom prst="rect">
            <a:avLst/>
          </a:prstGeom>
          <a:solidFill>
            <a:srgbClr val="0D0D0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3B8DCDE-0295-4B08-88C9-5E6D9560CA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287297"/>
            <a:ext cx="12192000" cy="466406"/>
          </a:xfrm>
          <a:prstGeom prst="rect">
            <a:avLst/>
          </a:prstGeom>
          <a:gradFill>
            <a:gsLst>
              <a:gs pos="0">
                <a:srgbClr val="0D0D0D"/>
              </a:gs>
              <a:gs pos="100000">
                <a:srgbClr val="000000"/>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3" name="Straight Connector 12">
            <a:extLst>
              <a:ext uri="{FF2B5EF4-FFF2-40B4-BE49-F238E27FC236}">
                <a16:creationId xmlns:a16="http://schemas.microsoft.com/office/drawing/2014/main" id="{08757D1C-8139-4BDF-A28F-418158B4F7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87297"/>
            <a:ext cx="12192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386083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10" name="Picture 9" descr="Isolated image of a spiral light on a black background">
            <a:extLst>
              <a:ext uri="{FF2B5EF4-FFF2-40B4-BE49-F238E27FC236}">
                <a16:creationId xmlns:a16="http://schemas.microsoft.com/office/drawing/2014/main" id="{1A30E260-7131-5EC4-CC71-0DA9746BE654}"/>
              </a:ext>
            </a:extLst>
          </p:cNvPr>
          <p:cNvPicPr>
            <a:picLocks noChangeAspect="1"/>
          </p:cNvPicPr>
          <p:nvPr/>
        </p:nvPicPr>
        <p:blipFill>
          <a:blip r:embed="rId4">
            <a:alphaModFix amt="15000"/>
          </a:blip>
          <a:srcRect b="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1237D12-DE3B-260F-9CAE-769C9AB1C9B4}"/>
              </a:ext>
            </a:extLst>
          </p:cNvPr>
          <p:cNvSpPr>
            <a:spLocks noGrp="1"/>
          </p:cNvSpPr>
          <p:nvPr>
            <p:ph type="title"/>
          </p:nvPr>
        </p:nvSpPr>
        <p:spPr>
          <a:xfrm>
            <a:off x="816429" y="609600"/>
            <a:ext cx="9905998" cy="1905000"/>
          </a:xfrm>
        </p:spPr>
        <p:txBody>
          <a:bodyPr>
            <a:normAutofit/>
          </a:bodyPr>
          <a:lstStyle/>
          <a:p>
            <a:r>
              <a:rPr lang="en-US" b="0" i="0">
                <a:effectLst/>
                <a:latin typeface="fkGrotesk"/>
              </a:rPr>
              <a:t>Project Abstract</a:t>
            </a:r>
            <a:br>
              <a:rPr lang="en-US" b="0" i="0">
                <a:effectLst/>
                <a:latin typeface="fkGrotesk"/>
              </a:rPr>
            </a:br>
            <a:endParaRPr lang="en-US"/>
          </a:p>
        </p:txBody>
      </p:sp>
      <p:sp>
        <p:nvSpPr>
          <p:cNvPr id="8" name="Content Placeholder 7">
            <a:extLst>
              <a:ext uri="{FF2B5EF4-FFF2-40B4-BE49-F238E27FC236}">
                <a16:creationId xmlns:a16="http://schemas.microsoft.com/office/drawing/2014/main" id="{9DDB5CB4-6ED0-6254-8EAC-83197ECADA90}"/>
              </a:ext>
            </a:extLst>
          </p:cNvPr>
          <p:cNvSpPr>
            <a:spLocks noGrp="1"/>
          </p:cNvSpPr>
          <p:nvPr>
            <p:ph idx="1"/>
          </p:nvPr>
        </p:nvSpPr>
        <p:spPr>
          <a:xfrm>
            <a:off x="816429" y="2035629"/>
            <a:ext cx="10230982" cy="3755571"/>
          </a:xfrm>
        </p:spPr>
        <p:txBody>
          <a:bodyPr>
            <a:normAutofit/>
          </a:bodyPr>
          <a:lstStyle/>
          <a:p>
            <a:r>
              <a:rPr lang="en-US" b="0" i="0">
                <a:gradFill flip="none">
                  <a:gsLst>
                    <a:gs pos="0">
                      <a:srgbClr val="FFFFFF"/>
                    </a:gs>
                    <a:gs pos="100000">
                      <a:srgbClr val="FFFFFF"/>
                    </a:gs>
                  </a:gsLst>
                  <a:lin ang="5580000" scaled="0"/>
                  <a:tileRect/>
                </a:gradFill>
                <a:effectLst/>
                <a:latin typeface="fkGroteskNeue"/>
              </a:rPr>
              <a:t>A compact, handheld monochrome imaging system with an internal motorized filter wheel that delivers high-quality </a:t>
            </a:r>
            <a:r>
              <a:rPr lang="en-US">
                <a:gradFill flip="none">
                  <a:gsLst>
                    <a:gs pos="0">
                      <a:srgbClr val="FFFFFF"/>
                    </a:gs>
                    <a:gs pos="100000">
                      <a:srgbClr val="FFFFFF"/>
                    </a:gs>
                  </a:gsLst>
                  <a:lin ang="5580000" scaled="0"/>
                  <a:tileRect/>
                </a:gradFill>
                <a:effectLst/>
                <a:latin typeface="fkGroteskNeue"/>
              </a:rPr>
              <a:t>selective wavelength</a:t>
            </a:r>
            <a:r>
              <a:rPr lang="en-US" b="0" i="0">
                <a:gradFill flip="none">
                  <a:gsLst>
                    <a:gs pos="0">
                      <a:srgbClr val="FFFFFF"/>
                    </a:gs>
                    <a:gs pos="100000">
                      <a:srgbClr val="FFFFFF"/>
                    </a:gs>
                  </a:gsLst>
                  <a:lin ang="5580000" scaled="0"/>
                  <a:tileRect/>
                </a:gradFill>
                <a:effectLst/>
                <a:latin typeface="fkGroteskNeue"/>
              </a:rPr>
              <a:t> capture in the field. The monochrome sensor improves sensitivity and detail while the integrated wheel enables fast, repeatable band selection (UV/NIR/narrowband) for targeted spectral analysis. The system integrates optics, motion control, sensor, processing, UI, storage, and power into one portable device, eliminating the need for tethered laptops and external equipment typical of current systems. This practical research instrument serves astronomy, environmental monitoring, materials analysis, and forensics applications.</a:t>
            </a:r>
            <a:endParaRPr lang="en-US">
              <a:gradFill flip="none">
                <a:gsLst>
                  <a:gs pos="0">
                    <a:srgbClr val="FFFFFF"/>
                  </a:gs>
                  <a:gs pos="100000">
                    <a:srgbClr val="FFFFFF"/>
                  </a:gs>
                </a:gsLst>
                <a:lin ang="5580000" scaled="0"/>
                <a:tileRect/>
              </a:gradFill>
            </a:endParaRPr>
          </a:p>
        </p:txBody>
      </p:sp>
    </p:spTree>
    <p:extLst>
      <p:ext uri="{BB962C8B-B14F-4D97-AF65-F5344CB8AC3E}">
        <p14:creationId xmlns:p14="http://schemas.microsoft.com/office/powerpoint/2010/main" val="3762852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FF856-ACC4-C881-9DD9-F447F6F6D28C}"/>
              </a:ext>
            </a:extLst>
          </p:cNvPr>
          <p:cNvSpPr>
            <a:spLocks noGrp="1"/>
          </p:cNvSpPr>
          <p:nvPr>
            <p:ph type="title"/>
          </p:nvPr>
        </p:nvSpPr>
        <p:spPr/>
        <p:txBody>
          <a:bodyPr/>
          <a:lstStyle/>
          <a:p>
            <a:r>
              <a:rPr lang="en-US" b="0" i="0">
                <a:effectLst/>
                <a:latin typeface="fkGrotesk"/>
              </a:rPr>
              <a:t>User Stories </a:t>
            </a:r>
            <a:br>
              <a:rPr lang="en-US" b="0" i="0">
                <a:effectLst/>
                <a:latin typeface="fkGrotesk"/>
              </a:rPr>
            </a:br>
            <a:endParaRPr lang="en-US"/>
          </a:p>
        </p:txBody>
      </p:sp>
      <p:graphicFrame>
        <p:nvGraphicFramePr>
          <p:cNvPr id="5" name="Content Placeholder 2">
            <a:extLst>
              <a:ext uri="{FF2B5EF4-FFF2-40B4-BE49-F238E27FC236}">
                <a16:creationId xmlns:a16="http://schemas.microsoft.com/office/drawing/2014/main" id="{E0632B06-CF1D-D420-7675-C05D86FCCC0E}"/>
              </a:ext>
            </a:extLst>
          </p:cNvPr>
          <p:cNvGraphicFramePr>
            <a:graphicFrameLocks noGrp="1"/>
          </p:cNvGraphicFramePr>
          <p:nvPr>
            <p:ph idx="1"/>
            <p:extLst>
              <p:ext uri="{D42A27DB-BD31-4B8C-83A1-F6EECF244321}">
                <p14:modId xmlns:p14="http://schemas.microsoft.com/office/powerpoint/2010/main" val="391024259"/>
              </p:ext>
            </p:extLst>
          </p:nvPr>
        </p:nvGraphicFramePr>
        <p:xfrm>
          <a:off x="1141413" y="2307771"/>
          <a:ext cx="9905998" cy="31242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6249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B7BFB-4B2D-DE61-96C1-4207D550732F}"/>
              </a:ext>
            </a:extLst>
          </p:cNvPr>
          <p:cNvSpPr>
            <a:spLocks noGrp="1"/>
          </p:cNvSpPr>
          <p:nvPr>
            <p:ph type="title"/>
          </p:nvPr>
        </p:nvSpPr>
        <p:spPr>
          <a:xfrm>
            <a:off x="643191" y="609600"/>
            <a:ext cx="6573685" cy="1905000"/>
          </a:xfrm>
        </p:spPr>
        <p:txBody>
          <a:bodyPr>
            <a:normAutofit/>
          </a:bodyPr>
          <a:lstStyle/>
          <a:p>
            <a:r>
              <a:rPr lang="en-US" b="0" i="0">
                <a:effectLst/>
                <a:latin typeface="fkGrotesk"/>
              </a:rPr>
              <a:t>Design Diagrams</a:t>
            </a:r>
            <a:endParaRPr lang="en-US"/>
          </a:p>
        </p:txBody>
      </p:sp>
      <p:sp>
        <p:nvSpPr>
          <p:cNvPr id="3" name="Content Placeholder 2">
            <a:extLst>
              <a:ext uri="{FF2B5EF4-FFF2-40B4-BE49-F238E27FC236}">
                <a16:creationId xmlns:a16="http://schemas.microsoft.com/office/drawing/2014/main" id="{515C0B48-6F6F-6C37-CC6C-2B67A96FB3F8}"/>
              </a:ext>
            </a:extLst>
          </p:cNvPr>
          <p:cNvSpPr>
            <a:spLocks noGrp="1"/>
          </p:cNvSpPr>
          <p:nvPr>
            <p:ph idx="1"/>
          </p:nvPr>
        </p:nvSpPr>
        <p:spPr>
          <a:xfrm>
            <a:off x="643191" y="2514600"/>
            <a:ext cx="6573684" cy="3216276"/>
          </a:xfrm>
        </p:spPr>
        <p:txBody>
          <a:bodyPr anchor="t">
            <a:normAutofit/>
          </a:bodyPr>
          <a:lstStyle/>
          <a:p>
            <a:pPr marL="0" indent="0">
              <a:buNone/>
            </a:pPr>
            <a:r>
              <a:rPr lang="en-US" dirty="0">
                <a:effectLst/>
              </a:rPr>
              <a:t>Design Architecture:</a:t>
            </a:r>
            <a:br>
              <a:rPr lang="en-US" dirty="0"/>
            </a:br>
            <a:r>
              <a:rPr lang="en-US" dirty="0">
                <a:effectLst/>
              </a:rPr>
              <a:t>Raspberry Pi-based control system</a:t>
            </a:r>
          </a:p>
          <a:p>
            <a:pPr marL="0" indent="0">
              <a:buNone/>
            </a:pPr>
            <a:r>
              <a:rPr lang="en-US" dirty="0">
                <a:effectLst/>
              </a:rPr>
              <a:t>Integrated camera module with monochrome sensor</a:t>
            </a:r>
          </a:p>
          <a:p>
            <a:pPr marL="0" indent="0">
              <a:buNone/>
            </a:pPr>
            <a:r>
              <a:rPr lang="en-US" dirty="0">
                <a:effectLst/>
              </a:rPr>
              <a:t>Motorized servo for filter wheel control</a:t>
            </a:r>
          </a:p>
          <a:p>
            <a:pPr marL="0" indent="0">
              <a:buNone/>
            </a:pPr>
            <a:r>
              <a:rPr lang="en-US" dirty="0">
                <a:effectLst/>
              </a:rPr>
              <a:t>Filter Wheel</a:t>
            </a:r>
          </a:p>
          <a:p>
            <a:pPr marL="0" indent="0">
              <a:buNone/>
            </a:pPr>
            <a:r>
              <a:rPr lang="en-US" dirty="0">
                <a:effectLst/>
              </a:rPr>
              <a:t>Internal and external frame</a:t>
            </a:r>
          </a:p>
          <a:p>
            <a:pPr marL="0" indent="0">
              <a:buNone/>
            </a:pPr>
            <a:r>
              <a:rPr lang="en-US" dirty="0">
                <a:effectLst/>
              </a:rPr>
              <a:t>Environmental sensors (light, temp)</a:t>
            </a:r>
          </a:p>
          <a:p>
            <a:endParaRPr lang="en-US" dirty="0"/>
          </a:p>
        </p:txBody>
      </p:sp>
      <p:pic>
        <p:nvPicPr>
          <p:cNvPr id="2050" name="Picture 2" descr="System architecture diagram showing Raspberry Pi, camera module, filter wheel, servo motor, and sensors.">
            <a:extLst>
              <a:ext uri="{FF2B5EF4-FFF2-40B4-BE49-F238E27FC236}">
                <a16:creationId xmlns:a16="http://schemas.microsoft.com/office/drawing/2014/main" id="{4B1B7ADE-5928-3DF1-8396-3DB3ECA9DD5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570839" y="1280585"/>
            <a:ext cx="3976788" cy="3976788"/>
          </a:xfrm>
          <a:prstGeom prst="roundRect">
            <a:avLst>
              <a:gd name="adj" fmla="val 3517"/>
            </a:avLst>
          </a:prstGeom>
          <a:noFill/>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658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DB8F3-2B3C-6B42-8352-0E3666BD116B}"/>
              </a:ext>
            </a:extLst>
          </p:cNvPr>
          <p:cNvSpPr>
            <a:spLocks noGrp="1"/>
          </p:cNvSpPr>
          <p:nvPr>
            <p:ph type="title"/>
          </p:nvPr>
        </p:nvSpPr>
        <p:spPr/>
        <p:txBody>
          <a:bodyPr/>
          <a:lstStyle/>
          <a:p>
            <a:r>
              <a:rPr lang="en-US" b="0" i="0">
                <a:effectLst/>
                <a:latin typeface="fkGrotesk"/>
              </a:rPr>
              <a:t>Major Project Constraints &amp; How we overcame</a:t>
            </a:r>
            <a:br>
              <a:rPr lang="en-US" b="0" i="0">
                <a:effectLst/>
                <a:latin typeface="fkGrotesk"/>
              </a:rPr>
            </a:br>
            <a:endParaRPr lang="en-US"/>
          </a:p>
        </p:txBody>
      </p:sp>
      <p:graphicFrame>
        <p:nvGraphicFramePr>
          <p:cNvPr id="5" name="Content Placeholder 2">
            <a:extLst>
              <a:ext uri="{FF2B5EF4-FFF2-40B4-BE49-F238E27FC236}">
                <a16:creationId xmlns:a16="http://schemas.microsoft.com/office/drawing/2014/main" id="{18244981-F729-2815-7E57-F241048DDDD3}"/>
              </a:ext>
            </a:extLst>
          </p:cNvPr>
          <p:cNvGraphicFramePr>
            <a:graphicFrameLocks noGrp="1"/>
          </p:cNvGraphicFramePr>
          <p:nvPr>
            <p:ph idx="1"/>
            <p:extLst>
              <p:ext uri="{D42A27DB-BD31-4B8C-83A1-F6EECF244321}">
                <p14:modId xmlns:p14="http://schemas.microsoft.com/office/powerpoint/2010/main" val="1803000071"/>
              </p:ext>
            </p:extLst>
          </p:nvPr>
        </p:nvGraphicFramePr>
        <p:xfrm>
          <a:off x="1141413" y="1981201"/>
          <a:ext cx="9905998"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8690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63D69-0723-4543-A392-0378B9596B15}"/>
              </a:ext>
            </a:extLst>
          </p:cNvPr>
          <p:cNvSpPr>
            <a:spLocks noGrp="1"/>
          </p:cNvSpPr>
          <p:nvPr>
            <p:ph type="title"/>
          </p:nvPr>
        </p:nvSpPr>
        <p:spPr>
          <a:xfrm>
            <a:off x="1141413" y="609600"/>
            <a:ext cx="9905998" cy="1905000"/>
          </a:xfrm>
        </p:spPr>
        <p:txBody>
          <a:bodyPr>
            <a:normAutofit/>
          </a:bodyPr>
          <a:lstStyle/>
          <a:p>
            <a:r>
              <a:rPr lang="en-US" b="0" i="0" dirty="0">
                <a:effectLst/>
                <a:latin typeface="fkGrotesk"/>
              </a:rPr>
              <a:t>Project Progress</a:t>
            </a:r>
            <a:br>
              <a:rPr lang="en-US" b="0" i="0" dirty="0">
                <a:effectLst/>
                <a:latin typeface="fkGrotesk"/>
              </a:rPr>
            </a:br>
            <a:endParaRPr lang="en-US" dirty="0"/>
          </a:p>
        </p:txBody>
      </p:sp>
      <p:graphicFrame>
        <p:nvGraphicFramePr>
          <p:cNvPr id="5" name="Content Placeholder 2">
            <a:extLst>
              <a:ext uri="{FF2B5EF4-FFF2-40B4-BE49-F238E27FC236}">
                <a16:creationId xmlns:a16="http://schemas.microsoft.com/office/drawing/2014/main" id="{5DC60FD5-0209-60E0-DDD0-23EF6186A5AD}"/>
              </a:ext>
            </a:extLst>
          </p:cNvPr>
          <p:cNvGraphicFramePr>
            <a:graphicFrameLocks noGrp="1"/>
          </p:cNvGraphicFramePr>
          <p:nvPr>
            <p:ph idx="1"/>
            <p:extLst>
              <p:ext uri="{D42A27DB-BD31-4B8C-83A1-F6EECF244321}">
                <p14:modId xmlns:p14="http://schemas.microsoft.com/office/powerpoint/2010/main" val="3420103729"/>
              </p:ext>
            </p:extLst>
          </p:nvPr>
        </p:nvGraphicFramePr>
        <p:xfrm>
          <a:off x="1141413" y="2666999"/>
          <a:ext cx="9905998" cy="31242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10951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F1025-13CF-9312-60D6-736ED2D57BF2}"/>
              </a:ext>
            </a:extLst>
          </p:cNvPr>
          <p:cNvSpPr>
            <a:spLocks noGrp="1"/>
          </p:cNvSpPr>
          <p:nvPr>
            <p:ph type="title"/>
          </p:nvPr>
        </p:nvSpPr>
        <p:spPr/>
        <p:txBody>
          <a:bodyPr/>
          <a:lstStyle/>
          <a:p>
            <a:r>
              <a:rPr lang="en-US" b="0" i="0">
                <a:effectLst/>
                <a:latin typeface="fkGrotesk"/>
              </a:rPr>
              <a:t>Expected Accomplishments - End of Term</a:t>
            </a:r>
            <a:br>
              <a:rPr lang="en-US" b="0" i="0">
                <a:effectLst/>
                <a:latin typeface="fkGrotesk"/>
              </a:rPr>
            </a:br>
            <a:endParaRPr lang="en-US"/>
          </a:p>
        </p:txBody>
      </p:sp>
      <p:graphicFrame>
        <p:nvGraphicFramePr>
          <p:cNvPr id="7" name="Content Placeholder 2">
            <a:extLst>
              <a:ext uri="{FF2B5EF4-FFF2-40B4-BE49-F238E27FC236}">
                <a16:creationId xmlns:a16="http://schemas.microsoft.com/office/drawing/2014/main" id="{9F25B2D5-3434-15A7-34D9-3F41AD80DB0B}"/>
              </a:ext>
            </a:extLst>
          </p:cNvPr>
          <p:cNvGraphicFramePr>
            <a:graphicFrameLocks noGrp="1"/>
          </p:cNvGraphicFramePr>
          <p:nvPr>
            <p:ph idx="1"/>
          </p:nvPr>
        </p:nvGraphicFramePr>
        <p:xfrm>
          <a:off x="1141413" y="2666999"/>
          <a:ext cx="9905998" cy="31242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28417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C8AAE-24C3-DEBD-A0E2-DC937EA39B97}"/>
              </a:ext>
            </a:extLst>
          </p:cNvPr>
          <p:cNvSpPr>
            <a:spLocks noGrp="1"/>
          </p:cNvSpPr>
          <p:nvPr>
            <p:ph type="title"/>
          </p:nvPr>
        </p:nvSpPr>
        <p:spPr>
          <a:xfrm>
            <a:off x="1757889" y="729342"/>
            <a:ext cx="8676222" cy="1066801"/>
          </a:xfrm>
        </p:spPr>
        <p:txBody>
          <a:bodyPr vert="horz" lIns="91440" tIns="45720" rIns="91440" bIns="45720" rtlCol="0" anchor="b">
            <a:normAutofit/>
          </a:bodyPr>
          <a:lstStyle/>
          <a:p>
            <a:pPr algn="ctr">
              <a:lnSpc>
                <a:spcPct val="90000"/>
              </a:lnSpc>
            </a:pPr>
            <a:r>
              <a:rPr lang="en-US" sz="3400" b="0" i="0">
                <a:effectLst>
                  <a:glow rad="38100">
                    <a:schemeClr val="bg1">
                      <a:lumMod val="65000"/>
                      <a:lumOff val="35000"/>
                      <a:alpha val="50000"/>
                    </a:schemeClr>
                  </a:glow>
                  <a:outerShdw blurRad="28575" dist="31750" dir="13200000" algn="tl" rotWithShape="0">
                    <a:srgbClr val="000000">
                      <a:alpha val="25000"/>
                    </a:srgbClr>
                  </a:outerShdw>
                </a:effectLst>
              </a:rPr>
              <a:t>Division of Work</a:t>
            </a:r>
            <a:br>
              <a:rPr lang="en-US" sz="3400" b="0" i="0">
                <a:effectLst>
                  <a:glow rad="38100">
                    <a:schemeClr val="bg1">
                      <a:lumMod val="65000"/>
                      <a:lumOff val="35000"/>
                      <a:alpha val="50000"/>
                    </a:schemeClr>
                  </a:glow>
                  <a:outerShdw blurRad="28575" dist="31750" dir="13200000" algn="tl" rotWithShape="0">
                    <a:srgbClr val="000000">
                      <a:alpha val="25000"/>
                    </a:srgbClr>
                  </a:outerShdw>
                </a:effectLst>
              </a:rPr>
            </a:br>
            <a:endParaRPr lang="en-US" sz="3400">
              <a:effectLst>
                <a:glow rad="38100">
                  <a:schemeClr val="bg1">
                    <a:lumMod val="65000"/>
                    <a:lumOff val="35000"/>
                    <a:alpha val="50000"/>
                  </a:schemeClr>
                </a:glow>
                <a:outerShdw blurRad="28575" dist="31750" dir="13200000" algn="tl" rotWithShape="0">
                  <a:srgbClr val="000000">
                    <a:alpha val="25000"/>
                  </a:srgbClr>
                </a:outerShdw>
              </a:effectLst>
            </a:endParaRPr>
          </a:p>
        </p:txBody>
      </p:sp>
      <p:graphicFrame>
        <p:nvGraphicFramePr>
          <p:cNvPr id="4" name="Table 3">
            <a:extLst>
              <a:ext uri="{FF2B5EF4-FFF2-40B4-BE49-F238E27FC236}">
                <a16:creationId xmlns:a16="http://schemas.microsoft.com/office/drawing/2014/main" id="{BAF72C1A-2E7D-4EE4-5392-F0F5A5C41DCA}"/>
              </a:ext>
            </a:extLst>
          </p:cNvPr>
          <p:cNvGraphicFramePr>
            <a:graphicFrameLocks noGrp="1"/>
          </p:cNvGraphicFramePr>
          <p:nvPr>
            <p:extLst>
              <p:ext uri="{D42A27DB-BD31-4B8C-83A1-F6EECF244321}">
                <p14:modId xmlns:p14="http://schemas.microsoft.com/office/powerpoint/2010/main" val="1694372755"/>
              </p:ext>
            </p:extLst>
          </p:nvPr>
        </p:nvGraphicFramePr>
        <p:xfrm>
          <a:off x="1270204" y="2218508"/>
          <a:ext cx="9651592" cy="3602740"/>
        </p:xfrm>
        <a:graphic>
          <a:graphicData uri="http://schemas.openxmlformats.org/drawingml/2006/table">
            <a:tbl>
              <a:tblPr firstRow="1" bandRow="1"/>
              <a:tblGrid>
                <a:gridCol w="3173393">
                  <a:extLst>
                    <a:ext uri="{9D8B030D-6E8A-4147-A177-3AD203B41FA5}">
                      <a16:colId xmlns:a16="http://schemas.microsoft.com/office/drawing/2014/main" val="2156928654"/>
                    </a:ext>
                  </a:extLst>
                </a:gridCol>
                <a:gridCol w="3173393">
                  <a:extLst>
                    <a:ext uri="{9D8B030D-6E8A-4147-A177-3AD203B41FA5}">
                      <a16:colId xmlns:a16="http://schemas.microsoft.com/office/drawing/2014/main" val="1713231781"/>
                    </a:ext>
                  </a:extLst>
                </a:gridCol>
                <a:gridCol w="3304806">
                  <a:extLst>
                    <a:ext uri="{9D8B030D-6E8A-4147-A177-3AD203B41FA5}">
                      <a16:colId xmlns:a16="http://schemas.microsoft.com/office/drawing/2014/main" val="1948906643"/>
                    </a:ext>
                  </a:extLst>
                </a:gridCol>
              </a:tblGrid>
              <a:tr h="454769">
                <a:tc>
                  <a:txBody>
                    <a:bodyPr/>
                    <a:lstStyle/>
                    <a:p>
                      <a:pPr algn="l"/>
                      <a:r>
                        <a:rPr lang="en-US" sz="1700" b="1">
                          <a:solidFill>
                            <a:srgbClr val="000000"/>
                          </a:solidFill>
                          <a:effectLst/>
                          <a:highlight>
                            <a:srgbClr val="F2F2F2"/>
                          </a:highlight>
                        </a:rPr>
                        <a:t>Team Member</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700" b="1">
                          <a:solidFill>
                            <a:srgbClr val="000000"/>
                          </a:solidFill>
                          <a:effectLst/>
                          <a:highlight>
                            <a:srgbClr val="F2F2F2"/>
                          </a:highlight>
                        </a:rPr>
                        <a:t>Primary Responsibilities</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tc>
                  <a:txBody>
                    <a:bodyPr/>
                    <a:lstStyle/>
                    <a:p>
                      <a:pPr algn="l"/>
                      <a:r>
                        <a:rPr lang="en-US" sz="1700" b="1">
                          <a:solidFill>
                            <a:srgbClr val="000000"/>
                          </a:solidFill>
                          <a:effectLst/>
                          <a:highlight>
                            <a:srgbClr val="F2F2F2"/>
                          </a:highlight>
                        </a:rPr>
                        <a:t>Key Tasks</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455413821"/>
                  </a:ext>
                </a:extLst>
              </a:tr>
              <a:tr h="720548">
                <a:tc>
                  <a:txBody>
                    <a:bodyPr/>
                    <a:lstStyle/>
                    <a:p>
                      <a:pPr algn="l"/>
                      <a:r>
                        <a:rPr lang="en-US" sz="1700">
                          <a:effectLst/>
                        </a:rPr>
                        <a:t>Jonathan (Jon)</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1700">
                          <a:effectLst/>
                        </a:rPr>
                        <a:t>Team Lead, Optical Engineering</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1700">
                          <a:effectLst/>
                        </a:rPr>
                        <a:t>Filter wheel design, optical train, project coordination</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466616446"/>
                  </a:ext>
                </a:extLst>
              </a:tr>
              <a:tr h="986327">
                <a:tc>
                  <a:txBody>
                    <a:bodyPr/>
                    <a:lstStyle/>
                    <a:p>
                      <a:pPr algn="l"/>
                      <a:r>
                        <a:rPr lang="en-US" sz="1700">
                          <a:effectLst/>
                        </a:rPr>
                        <a:t>Alexander (Alex)</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1700">
                          <a:effectLst/>
                        </a:rPr>
                        <a:t>Design &amp; Prototyping</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1700">
                          <a:effectLst/>
                        </a:rPr>
                        <a:t>Structure design (internal/external), shell design, fabrication planning</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835381742"/>
                  </a:ext>
                </a:extLst>
              </a:tr>
              <a:tr h="720548">
                <a:tc>
                  <a:txBody>
                    <a:bodyPr/>
                    <a:lstStyle/>
                    <a:p>
                      <a:pPr algn="l"/>
                      <a:r>
                        <a:rPr lang="en-US" sz="1700">
                          <a:effectLst/>
                        </a:rPr>
                        <a:t>Alba</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1700">
                          <a:effectLst/>
                        </a:rPr>
                        <a:t>Software Engineering</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1700">
                          <a:effectLst/>
                        </a:rPr>
                        <a:t>Software, implementation, parts research</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183264845"/>
                  </a:ext>
                </a:extLst>
              </a:tr>
              <a:tr h="720548">
                <a:tc>
                  <a:txBody>
                    <a:bodyPr/>
                    <a:lstStyle/>
                    <a:p>
                      <a:pPr algn="l"/>
                      <a:r>
                        <a:rPr lang="en-US" sz="1700">
                          <a:effectLst/>
                        </a:rPr>
                        <a:t>Nate</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1700">
                          <a:effectLst/>
                        </a:rPr>
                        <a:t>Mechatronics</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r>
                        <a:rPr lang="en-US" sz="1700">
                          <a:effectLst/>
                        </a:rPr>
                        <a:t>Electronics, internal structure, sensor integration</a:t>
                      </a:r>
                    </a:p>
                  </a:txBody>
                  <a:tcPr marL="73232" marR="73232" marT="73232" marB="73232"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091511211"/>
                  </a:ext>
                </a:extLst>
              </a:tr>
            </a:tbl>
          </a:graphicData>
        </a:graphic>
      </p:graphicFrame>
    </p:spTree>
    <p:extLst>
      <p:ext uri="{BB962C8B-B14F-4D97-AF65-F5344CB8AC3E}">
        <p14:creationId xmlns:p14="http://schemas.microsoft.com/office/powerpoint/2010/main" val="1808117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3990C-D036-55F6-1926-705D1600B75B}"/>
              </a:ext>
            </a:extLst>
          </p:cNvPr>
          <p:cNvSpPr>
            <a:spLocks noGrp="1"/>
          </p:cNvSpPr>
          <p:nvPr>
            <p:ph type="title"/>
          </p:nvPr>
        </p:nvSpPr>
        <p:spPr>
          <a:xfrm>
            <a:off x="1141413" y="609600"/>
            <a:ext cx="9905998" cy="990598"/>
          </a:xfrm>
        </p:spPr>
        <p:txBody>
          <a:bodyPr anchor="t">
            <a:normAutofit/>
          </a:bodyPr>
          <a:lstStyle/>
          <a:p>
            <a:pPr algn="ctr">
              <a:lnSpc>
                <a:spcPct val="90000"/>
              </a:lnSpc>
            </a:pPr>
            <a:r>
              <a:rPr lang="en-US" sz="3100" b="0" i="0">
                <a:effectLst/>
                <a:latin typeface="fkGrotesk"/>
              </a:rPr>
              <a:t>Expected Demo at EXPO</a:t>
            </a:r>
            <a:br>
              <a:rPr lang="en-US" sz="3100" b="0" i="0">
                <a:effectLst/>
                <a:latin typeface="fkGrotesk"/>
              </a:rPr>
            </a:br>
            <a:endParaRPr lang="en-US" sz="3100"/>
          </a:p>
        </p:txBody>
      </p:sp>
      <p:sp>
        <p:nvSpPr>
          <p:cNvPr id="3" name="Content Placeholder 2">
            <a:extLst>
              <a:ext uri="{FF2B5EF4-FFF2-40B4-BE49-F238E27FC236}">
                <a16:creationId xmlns:a16="http://schemas.microsoft.com/office/drawing/2014/main" id="{8BD3B946-2D87-7745-D89A-58E7972440FA}"/>
              </a:ext>
            </a:extLst>
          </p:cNvPr>
          <p:cNvSpPr>
            <a:spLocks noGrp="1"/>
          </p:cNvSpPr>
          <p:nvPr>
            <p:ph idx="1"/>
          </p:nvPr>
        </p:nvSpPr>
        <p:spPr>
          <a:xfrm>
            <a:off x="1141413" y="1600199"/>
            <a:ext cx="9905998" cy="3396660"/>
          </a:xfrm>
        </p:spPr>
        <p:txBody>
          <a:bodyPr>
            <a:normAutofit/>
          </a:bodyPr>
          <a:lstStyle/>
          <a:p>
            <a:r>
              <a:rPr lang="en-US" b="0" i="0">
                <a:effectLst/>
                <a:latin typeface="fkGroteskNeue"/>
              </a:rPr>
              <a:t>Fully functional MVP with core capabilities</a:t>
            </a:r>
          </a:p>
          <a:p>
            <a:pPr lvl="1"/>
            <a:r>
              <a:rPr lang="en-US">
                <a:effectLst/>
                <a:latin typeface="fkGroteskNeue"/>
              </a:rPr>
              <a:t>Switching between filters from a preset program</a:t>
            </a:r>
          </a:p>
          <a:p>
            <a:pPr lvl="1"/>
            <a:r>
              <a:rPr lang="en-US" b="0" i="0">
                <a:effectLst/>
                <a:latin typeface="fkGroteskNeue"/>
              </a:rPr>
              <a:t>Combining mono images into a color image</a:t>
            </a:r>
          </a:p>
          <a:p>
            <a:pPr lvl="1"/>
            <a:r>
              <a:rPr lang="en-US">
                <a:effectLst/>
                <a:latin typeface="fkGroteskNeue"/>
              </a:rPr>
              <a:t>Compact and standalone system</a:t>
            </a:r>
            <a:endParaRPr lang="en-US" b="0" i="0">
              <a:effectLst/>
              <a:latin typeface="fkGroteskNeue"/>
            </a:endParaRPr>
          </a:p>
          <a:p>
            <a:endParaRPr lang="en-US"/>
          </a:p>
        </p:txBody>
      </p:sp>
      <p:sp>
        <p:nvSpPr>
          <p:cNvPr id="15" name="Rectangle 14">
            <a:extLst>
              <a:ext uri="{FF2B5EF4-FFF2-40B4-BE49-F238E27FC236}">
                <a16:creationId xmlns:a16="http://schemas.microsoft.com/office/drawing/2014/main" id="{E88A2CF0-EEEA-4EBA-876E-6521DF75D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87297"/>
            <a:ext cx="12192000" cy="1570704"/>
          </a:xfrm>
          <a:prstGeom prst="rect">
            <a:avLst/>
          </a:prstGeom>
          <a:solidFill>
            <a:srgbClr val="0D0D0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3B8DCDE-0295-4B08-88C9-5E6D9560CA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5287297"/>
            <a:ext cx="12192000" cy="466406"/>
          </a:xfrm>
          <a:prstGeom prst="rect">
            <a:avLst/>
          </a:prstGeom>
          <a:gradFill>
            <a:gsLst>
              <a:gs pos="0">
                <a:srgbClr val="0D0D0D"/>
              </a:gs>
              <a:gs pos="100000">
                <a:srgbClr val="000000"/>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9" name="Straight Connector 18">
            <a:extLst>
              <a:ext uri="{FF2B5EF4-FFF2-40B4-BE49-F238E27FC236}">
                <a16:creationId xmlns:a16="http://schemas.microsoft.com/office/drawing/2014/main" id="{08757D1C-8139-4BDF-A28F-418158B4F7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87297"/>
            <a:ext cx="12192000" cy="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8527406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Mesh</Template>
  <TotalTime>153</TotalTime>
  <Words>807</Words>
  <Application>Microsoft Macintosh PowerPoint</Application>
  <PresentationFormat>Widescreen</PresentationFormat>
  <Paragraphs>115</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Century Gothic</vt:lpstr>
      <vt:lpstr>fkGrotesk</vt:lpstr>
      <vt:lpstr>fkGroteskNeue</vt:lpstr>
      <vt:lpstr>Mesh</vt:lpstr>
      <vt:lpstr>Camera Senior Design Capstone Presentation Fall 2025</vt:lpstr>
      <vt:lpstr>PowerPoint Presentation</vt:lpstr>
      <vt:lpstr>PowerPoint Presentation</vt:lpstr>
      <vt:lpstr>Project Abstract </vt:lpstr>
      <vt:lpstr>User Stories  </vt:lpstr>
      <vt:lpstr>Design Diagrams</vt:lpstr>
      <vt:lpstr>Major Project Constraints &amp; How we overcame </vt:lpstr>
      <vt:lpstr>Project Progress </vt:lpstr>
      <vt:lpstr>Expected Accomplishments - End of Term </vt:lpstr>
      <vt:lpstr>Division of Work </vt:lpstr>
      <vt:lpstr>Expected Demo at EXPO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Samsami, Alba (samsamna)</dc:creator>
  <cp:lastModifiedBy>Samsami, Alba (samsamna)</cp:lastModifiedBy>
  <cp:revision>3</cp:revision>
  <dcterms:created xsi:type="dcterms:W3CDTF">2025-10-25T01:36:59Z</dcterms:created>
  <dcterms:modified xsi:type="dcterms:W3CDTF">2025-10-27T15:46:45Z</dcterms:modified>
</cp:coreProperties>
</file>